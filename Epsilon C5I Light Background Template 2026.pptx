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sldIdLst>
    <p:sldId id="808" r:id="rId5"/>
    <p:sldId id="377" r:id="rId6"/>
    <p:sldId id="376" r:id="rId7"/>
    <p:sldId id="383" r:id="rId8"/>
    <p:sldId id="312" r:id="rId9"/>
    <p:sldId id="686" r:id="rId10"/>
  </p:sldIdLst>
  <p:sldSz cx="12161838" cy="6858000"/>
  <p:notesSz cx="7026275" cy="9312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6811A12-4A59-4CEC-BACD-0600D5342D68}">
          <p14:sldIdLst>
            <p14:sldId id="808"/>
            <p14:sldId id="377"/>
            <p14:sldId id="376"/>
            <p14:sldId id="383"/>
            <p14:sldId id="312"/>
            <p14:sldId id="6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44" userDrawn="1">
          <p15:clr>
            <a:srgbClr val="A4A3A4"/>
          </p15:clr>
        </p15:guide>
        <p15:guide id="2" pos="2919" userDrawn="1">
          <p15:clr>
            <a:srgbClr val="A4A3A4"/>
          </p15:clr>
        </p15:guide>
        <p15:guide id="3" orient="horz" pos="552" userDrawn="1">
          <p15:clr>
            <a:srgbClr val="A4A3A4"/>
          </p15:clr>
        </p15:guide>
        <p15:guide id="4" pos="3831">
          <p15:clr>
            <a:srgbClr val="A4A3A4"/>
          </p15:clr>
        </p15:guide>
        <p15:guide id="5" orient="horz" pos="3720" userDrawn="1">
          <p15:clr>
            <a:srgbClr val="A4A3A4"/>
          </p15:clr>
        </p15:guide>
        <p15:guide id="6" pos="543" userDrawn="1">
          <p15:clr>
            <a:srgbClr val="A4A3A4"/>
          </p15:clr>
        </p15:guide>
        <p15:guide id="7" pos="4431" userDrawn="1">
          <p15:clr>
            <a:srgbClr val="A4A3A4"/>
          </p15:clr>
        </p15:guide>
        <p15:guide id="8" orient="horz" pos="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3D8B68-5576-A61A-E781-2A4D4AA13FF3}" name="Beau DeBoer" initials="BD" userId="S::bdeboer@epsilonsystems.com::d7482f17-9bc2-4dc1-9f8d-fdd3dde56b99" providerId="AD"/>
  <p188:author id="{6F0318A7-EB16-5C9C-7A59-8185EE7D57C7}" name="Kirsten Chandler" initials="KC" userId="S::kchandler@epsilonsystems.com::bf2025d3-4bb7-44bc-8a73-fd65b9a8e79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rsten Chandler" initials="KC" lastIdx="1" clrIdx="0">
    <p:extLst>
      <p:ext uri="{19B8F6BF-5375-455C-9EA6-DF929625EA0E}">
        <p15:presenceInfo xmlns:p15="http://schemas.microsoft.com/office/powerpoint/2012/main" userId="S::kchandler@epsilonsystems.com::bf2025d3-4bb7-44bc-8a73-fd65b9a8e7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42A"/>
    <a:srgbClr val="1B4A7E"/>
    <a:srgbClr val="152754"/>
    <a:srgbClr val="5FB1E3"/>
    <a:srgbClr val="3F6E9A"/>
    <a:srgbClr val="1E2554"/>
    <a:srgbClr val="0F578E"/>
    <a:srgbClr val="11568C"/>
    <a:srgbClr val="26408B"/>
    <a:srgbClr val="0D142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31FA5C-4106-4F17-B12B-43BC0C8C9692}" v="78" dt="2026-04-17T20:22:07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1438" autoAdjust="0"/>
    <p:restoredTop sz="94703" autoAdjust="0"/>
  </p:normalViewPr>
  <p:slideViewPr>
    <p:cSldViewPr snapToGrid="0">
      <p:cViewPr varScale="1">
        <p:scale>
          <a:sx n="88" d="100"/>
          <a:sy n="88" d="100"/>
        </p:scale>
        <p:origin x="90" y="372"/>
      </p:cViewPr>
      <p:guideLst>
        <p:guide orient="horz" pos="2544"/>
        <p:guide pos="2919"/>
        <p:guide orient="horz" pos="552"/>
        <p:guide pos="3831"/>
        <p:guide orient="horz" pos="3720"/>
        <p:guide pos="543"/>
        <p:guide pos="4431"/>
        <p:guide orient="horz" pos="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er Iler" userId="de83aacb-f55d-4228-9efe-c2e37645148b" providerId="ADAL" clId="{EA510842-AE2E-46C5-A0D2-6728B20F15C6}"/>
    <pc:docChg chg="undo redo custSel addSld delSld modSld modMainMaster modSection">
      <pc:chgData name="Amber Iler" userId="de83aacb-f55d-4228-9efe-c2e37645148b" providerId="ADAL" clId="{EA510842-AE2E-46C5-A0D2-6728B20F15C6}" dt="2026-04-17T20:27:17.667" v="415" actId="1035"/>
      <pc:docMkLst>
        <pc:docMk/>
      </pc:docMkLst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2854292818" sldId="279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4199091175" sldId="280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2306530369" sldId="281"/>
        </pc:sldMkLst>
      </pc:sldChg>
      <pc:sldChg chg="del">
        <pc:chgData name="Amber Iler" userId="de83aacb-f55d-4228-9efe-c2e37645148b" providerId="ADAL" clId="{EA510842-AE2E-46C5-A0D2-6728B20F15C6}" dt="2026-04-17T18:40:49.885" v="273" actId="47"/>
        <pc:sldMkLst>
          <pc:docMk/>
          <pc:sldMk cId="837717031" sldId="283"/>
        </pc:sldMkLst>
      </pc:sldChg>
      <pc:sldChg chg="del">
        <pc:chgData name="Amber Iler" userId="de83aacb-f55d-4228-9efe-c2e37645148b" providerId="ADAL" clId="{EA510842-AE2E-46C5-A0D2-6728B20F15C6}" dt="2026-04-17T18:39:17.528" v="256" actId="47"/>
        <pc:sldMkLst>
          <pc:docMk/>
          <pc:sldMk cId="2122417890" sldId="285"/>
        </pc:sldMkLst>
      </pc:sldChg>
      <pc:sldChg chg="modSp del mod">
        <pc:chgData name="Amber Iler" userId="de83aacb-f55d-4228-9efe-c2e37645148b" providerId="ADAL" clId="{EA510842-AE2E-46C5-A0D2-6728B20F15C6}" dt="2026-04-17T18:39:34.615" v="258" actId="47"/>
        <pc:sldMkLst>
          <pc:docMk/>
          <pc:sldMk cId="435086850" sldId="287"/>
        </pc:sldMkLst>
        <pc:spChg chg="mod">
          <ac:chgData name="Amber Iler" userId="de83aacb-f55d-4228-9efe-c2e37645148b" providerId="ADAL" clId="{EA510842-AE2E-46C5-A0D2-6728B20F15C6}" dt="2026-04-17T18:20:30.647" v="104" actId="27636"/>
          <ac:spMkLst>
            <pc:docMk/>
            <pc:sldMk cId="435086850" sldId="287"/>
            <ac:spMk id="16" creationId="{BDDB347B-B117-4851-95D2-27B6BD7992B3}"/>
          </ac:spMkLst>
        </pc:spChg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2393339244" sldId="289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3994334319" sldId="294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878029995" sldId="295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2268182981" sldId="296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426296429" sldId="298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498284297" sldId="299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2706438071" sldId="300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2079483481" sldId="301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556141139" sldId="303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2264282751" sldId="304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1897724444" sldId="305"/>
        </pc:sldMkLst>
      </pc:sldChg>
      <pc:sldChg chg="del">
        <pc:chgData name="Amber Iler" userId="de83aacb-f55d-4228-9efe-c2e37645148b" providerId="ADAL" clId="{EA510842-AE2E-46C5-A0D2-6728B20F15C6}" dt="2026-04-17T18:39:42.430" v="259" actId="47"/>
        <pc:sldMkLst>
          <pc:docMk/>
          <pc:sldMk cId="2580563581" sldId="310"/>
        </pc:sldMkLst>
      </pc:sldChg>
      <pc:sldChg chg="modSp mod">
        <pc:chgData name="Amber Iler" userId="de83aacb-f55d-4228-9efe-c2e37645148b" providerId="ADAL" clId="{EA510842-AE2E-46C5-A0D2-6728B20F15C6}" dt="2026-04-17T18:40:38.116" v="272" actId="20577"/>
        <pc:sldMkLst>
          <pc:docMk/>
          <pc:sldMk cId="2421588" sldId="312"/>
        </pc:sldMkLst>
        <pc:spChg chg="mod">
          <ac:chgData name="Amber Iler" userId="de83aacb-f55d-4228-9efe-c2e37645148b" providerId="ADAL" clId="{EA510842-AE2E-46C5-A0D2-6728B20F15C6}" dt="2026-04-17T18:40:38.116" v="272" actId="20577"/>
          <ac:spMkLst>
            <pc:docMk/>
            <pc:sldMk cId="2421588" sldId="312"/>
            <ac:spMk id="2" creationId="{00000000-0000-0000-0000-000000000000}"/>
          </ac:spMkLst>
        </pc:spChg>
      </pc:sldChg>
      <pc:sldChg chg="del">
        <pc:chgData name="Amber Iler" userId="de83aacb-f55d-4228-9efe-c2e37645148b" providerId="ADAL" clId="{EA510842-AE2E-46C5-A0D2-6728B20F15C6}" dt="2026-04-17T18:40:52.445" v="274" actId="47"/>
        <pc:sldMkLst>
          <pc:docMk/>
          <pc:sldMk cId="761620486" sldId="313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3911012586" sldId="378"/>
        </pc:sldMkLst>
      </pc:sldChg>
      <pc:sldChg chg="del">
        <pc:chgData name="Amber Iler" userId="de83aacb-f55d-4228-9efe-c2e37645148b" providerId="ADAL" clId="{EA510842-AE2E-46C5-A0D2-6728B20F15C6}" dt="2026-04-17T18:39:19.077" v="257" actId="47"/>
        <pc:sldMkLst>
          <pc:docMk/>
          <pc:sldMk cId="1381760646" sldId="380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4152226855" sldId="381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834666742" sldId="382"/>
        </pc:sldMkLst>
      </pc:sldChg>
      <pc:sldChg chg="modSp mod">
        <pc:chgData name="Amber Iler" userId="de83aacb-f55d-4228-9efe-c2e37645148b" providerId="ADAL" clId="{EA510842-AE2E-46C5-A0D2-6728B20F15C6}" dt="2026-04-17T18:39:53.642" v="261" actId="20577"/>
        <pc:sldMkLst>
          <pc:docMk/>
          <pc:sldMk cId="543241464" sldId="383"/>
        </pc:sldMkLst>
        <pc:spChg chg="mod">
          <ac:chgData name="Amber Iler" userId="de83aacb-f55d-4228-9efe-c2e37645148b" providerId="ADAL" clId="{EA510842-AE2E-46C5-A0D2-6728B20F15C6}" dt="2026-04-17T18:39:53.642" v="261" actId="20577"/>
          <ac:spMkLst>
            <pc:docMk/>
            <pc:sldMk cId="543241464" sldId="383"/>
            <ac:spMk id="6" creationId="{00000000-0000-0000-0000-000000000000}"/>
          </ac:spMkLst>
        </pc:spChg>
      </pc:sldChg>
      <pc:sldChg chg="del">
        <pc:chgData name="Amber Iler" userId="de83aacb-f55d-4228-9efe-c2e37645148b" providerId="ADAL" clId="{EA510842-AE2E-46C5-A0D2-6728B20F15C6}" dt="2026-04-17T18:39:42.430" v="259" actId="47"/>
        <pc:sldMkLst>
          <pc:docMk/>
          <pc:sldMk cId="3205708225" sldId="385"/>
        </pc:sldMkLst>
      </pc:sldChg>
      <pc:sldChg chg="del">
        <pc:chgData name="Amber Iler" userId="de83aacb-f55d-4228-9efe-c2e37645148b" providerId="ADAL" clId="{EA510842-AE2E-46C5-A0D2-6728B20F15C6}" dt="2026-04-17T18:39:42.430" v="259" actId="47"/>
        <pc:sldMkLst>
          <pc:docMk/>
          <pc:sldMk cId="3653594819" sldId="386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986524260" sldId="387"/>
        </pc:sldMkLst>
      </pc:sldChg>
      <pc:sldChg chg="del">
        <pc:chgData name="Amber Iler" userId="de83aacb-f55d-4228-9efe-c2e37645148b" providerId="ADAL" clId="{EA510842-AE2E-46C5-A0D2-6728B20F15C6}" dt="2026-04-17T18:39:34.615" v="258" actId="47"/>
        <pc:sldMkLst>
          <pc:docMk/>
          <pc:sldMk cId="1473559960" sldId="388"/>
        </pc:sldMkLst>
      </pc:sldChg>
      <pc:sldChg chg="modSp del mod">
        <pc:chgData name="Amber Iler" userId="de83aacb-f55d-4228-9efe-c2e37645148b" providerId="ADAL" clId="{EA510842-AE2E-46C5-A0D2-6728B20F15C6}" dt="2026-04-17T18:40:34.764" v="271" actId="47"/>
        <pc:sldMkLst>
          <pc:docMk/>
          <pc:sldMk cId="3647339474" sldId="390"/>
        </pc:sldMkLst>
        <pc:spChg chg="mod">
          <ac:chgData name="Amber Iler" userId="de83aacb-f55d-4228-9efe-c2e37645148b" providerId="ADAL" clId="{EA510842-AE2E-46C5-A0D2-6728B20F15C6}" dt="2026-04-17T18:40:08.424" v="263" actId="20577"/>
          <ac:spMkLst>
            <pc:docMk/>
            <pc:sldMk cId="3647339474" sldId="390"/>
            <ac:spMk id="2" creationId="{99500B65-8E92-B171-75DA-E714068DF1E3}"/>
          </ac:spMkLst>
        </pc:spChg>
        <pc:spChg chg="mod">
          <ac:chgData name="Amber Iler" userId="de83aacb-f55d-4228-9efe-c2e37645148b" providerId="ADAL" clId="{EA510842-AE2E-46C5-A0D2-6728B20F15C6}" dt="2026-04-17T18:40:23.195" v="269" actId="20577"/>
          <ac:spMkLst>
            <pc:docMk/>
            <pc:sldMk cId="3647339474" sldId="390"/>
            <ac:spMk id="8" creationId="{A89FAFB0-EEC0-9228-CED6-C7F06A5EC9CF}"/>
          </ac:spMkLst>
        </pc:spChg>
      </pc:sldChg>
      <pc:sldChg chg="del">
        <pc:chgData name="Amber Iler" userId="de83aacb-f55d-4228-9efe-c2e37645148b" providerId="ADAL" clId="{EA510842-AE2E-46C5-A0D2-6728B20F15C6}" dt="2026-04-17T18:38:45.816" v="254" actId="47"/>
        <pc:sldMkLst>
          <pc:docMk/>
          <pc:sldMk cId="3708580333" sldId="421"/>
        </pc:sldMkLst>
      </pc:sldChg>
      <pc:sldChg chg="modSp del mod">
        <pc:chgData name="Amber Iler" userId="de83aacb-f55d-4228-9efe-c2e37645148b" providerId="ADAL" clId="{EA510842-AE2E-46C5-A0D2-6728B20F15C6}" dt="2026-04-17T18:39:34.615" v="258" actId="47"/>
        <pc:sldMkLst>
          <pc:docMk/>
          <pc:sldMk cId="2165465096" sldId="800"/>
        </pc:sldMkLst>
        <pc:spChg chg="mod">
          <ac:chgData name="Amber Iler" userId="de83aacb-f55d-4228-9efe-c2e37645148b" providerId="ADAL" clId="{EA510842-AE2E-46C5-A0D2-6728B20F15C6}" dt="2026-04-17T18:20:30.658" v="105" actId="27636"/>
          <ac:spMkLst>
            <pc:docMk/>
            <pc:sldMk cId="2165465096" sldId="800"/>
            <ac:spMk id="6" creationId="{4FF0F915-FBD8-3742-4005-34C2A8C1D6C8}"/>
          </ac:spMkLst>
        </pc:spChg>
      </pc:sldChg>
      <pc:sldChg chg="modSp del mod">
        <pc:chgData name="Amber Iler" userId="de83aacb-f55d-4228-9efe-c2e37645148b" providerId="ADAL" clId="{EA510842-AE2E-46C5-A0D2-6728B20F15C6}" dt="2026-04-17T18:39:00.544" v="255" actId="47"/>
        <pc:sldMkLst>
          <pc:docMk/>
          <pc:sldMk cId="1855306599" sldId="801"/>
        </pc:sldMkLst>
        <pc:spChg chg="mod">
          <ac:chgData name="Amber Iler" userId="de83aacb-f55d-4228-9efe-c2e37645148b" providerId="ADAL" clId="{EA510842-AE2E-46C5-A0D2-6728B20F15C6}" dt="2026-04-17T18:20:30.635" v="103" actId="27636"/>
          <ac:spMkLst>
            <pc:docMk/>
            <pc:sldMk cId="1855306599" sldId="801"/>
            <ac:spMk id="3" creationId="{F4F1B306-DE50-47D1-922A-CD61EBBE68CE}"/>
          </ac:spMkLst>
        </pc:spChg>
      </pc:sldChg>
      <pc:sldChg chg="modSp del mod">
        <pc:chgData name="Amber Iler" userId="de83aacb-f55d-4228-9efe-c2e37645148b" providerId="ADAL" clId="{EA510842-AE2E-46C5-A0D2-6728B20F15C6}" dt="2026-04-17T18:39:00.544" v="255" actId="47"/>
        <pc:sldMkLst>
          <pc:docMk/>
          <pc:sldMk cId="1510803803" sldId="802"/>
        </pc:sldMkLst>
        <pc:spChg chg="mod">
          <ac:chgData name="Amber Iler" userId="de83aacb-f55d-4228-9efe-c2e37645148b" providerId="ADAL" clId="{EA510842-AE2E-46C5-A0D2-6728B20F15C6}" dt="2026-04-17T18:20:30.621" v="102" actId="27636"/>
          <ac:spMkLst>
            <pc:docMk/>
            <pc:sldMk cId="1510803803" sldId="802"/>
            <ac:spMk id="3" creationId="{544F26B3-D00F-6E80-8C4C-C9E7CCDA6A8A}"/>
          </ac:spMkLst>
        </pc:spChg>
      </pc:sldChg>
      <pc:sldChg chg="del">
        <pc:chgData name="Amber Iler" userId="de83aacb-f55d-4228-9efe-c2e37645148b" providerId="ADAL" clId="{EA510842-AE2E-46C5-A0D2-6728B20F15C6}" dt="2026-04-17T18:39:00.544" v="255" actId="47"/>
        <pc:sldMkLst>
          <pc:docMk/>
          <pc:sldMk cId="2852431810" sldId="803"/>
        </pc:sldMkLst>
      </pc:sldChg>
      <pc:sldChg chg="modSp del mod">
        <pc:chgData name="Amber Iler" userId="de83aacb-f55d-4228-9efe-c2e37645148b" providerId="ADAL" clId="{EA510842-AE2E-46C5-A0D2-6728B20F15C6}" dt="2026-04-17T18:39:00.544" v="255" actId="47"/>
        <pc:sldMkLst>
          <pc:docMk/>
          <pc:sldMk cId="3857073236" sldId="804"/>
        </pc:sldMkLst>
        <pc:spChg chg="mod">
          <ac:chgData name="Amber Iler" userId="de83aacb-f55d-4228-9efe-c2e37645148b" providerId="ADAL" clId="{EA510842-AE2E-46C5-A0D2-6728B20F15C6}" dt="2026-04-17T18:16:26.107" v="56" actId="27636"/>
          <ac:spMkLst>
            <pc:docMk/>
            <pc:sldMk cId="3857073236" sldId="804"/>
            <ac:spMk id="3" creationId="{C2EDF4DD-47BD-F79B-711B-4C30D4423653}"/>
          </ac:spMkLst>
        </pc:spChg>
      </pc:sldChg>
      <pc:sldChg chg="modSp del mod">
        <pc:chgData name="Amber Iler" userId="de83aacb-f55d-4228-9efe-c2e37645148b" providerId="ADAL" clId="{EA510842-AE2E-46C5-A0D2-6728B20F15C6}" dt="2026-04-17T18:39:00.544" v="255" actId="47"/>
        <pc:sldMkLst>
          <pc:docMk/>
          <pc:sldMk cId="660887160" sldId="805"/>
        </pc:sldMkLst>
        <pc:spChg chg="mod">
          <ac:chgData name="Amber Iler" userId="de83aacb-f55d-4228-9efe-c2e37645148b" providerId="ADAL" clId="{EA510842-AE2E-46C5-A0D2-6728B20F15C6}" dt="2026-04-17T18:16:26.123" v="57" actId="27636"/>
          <ac:spMkLst>
            <pc:docMk/>
            <pc:sldMk cId="660887160" sldId="805"/>
            <ac:spMk id="3" creationId="{00F761CE-5087-8710-AF5B-59A840D560CA}"/>
          </ac:spMkLst>
        </pc:spChg>
      </pc:sldChg>
      <pc:sldChg chg="modSp del mod">
        <pc:chgData name="Amber Iler" userId="de83aacb-f55d-4228-9efe-c2e37645148b" providerId="ADAL" clId="{EA510842-AE2E-46C5-A0D2-6728B20F15C6}" dt="2026-04-17T18:39:00.544" v="255" actId="47"/>
        <pc:sldMkLst>
          <pc:docMk/>
          <pc:sldMk cId="4010621632" sldId="806"/>
        </pc:sldMkLst>
        <pc:spChg chg="mod">
          <ac:chgData name="Amber Iler" userId="de83aacb-f55d-4228-9efe-c2e37645148b" providerId="ADAL" clId="{EA510842-AE2E-46C5-A0D2-6728B20F15C6}" dt="2026-04-17T18:16:26.142" v="58" actId="27636"/>
          <ac:spMkLst>
            <pc:docMk/>
            <pc:sldMk cId="4010621632" sldId="806"/>
            <ac:spMk id="3" creationId="{D364A6D1-D1C3-F281-2A3C-28F67B76BDE6}"/>
          </ac:spMkLst>
        </pc:spChg>
      </pc:sldChg>
      <pc:sldChg chg="modSp del mod">
        <pc:chgData name="Amber Iler" userId="de83aacb-f55d-4228-9efe-c2e37645148b" providerId="ADAL" clId="{EA510842-AE2E-46C5-A0D2-6728B20F15C6}" dt="2026-04-17T18:39:00.544" v="255" actId="47"/>
        <pc:sldMkLst>
          <pc:docMk/>
          <pc:sldMk cId="2884917342" sldId="807"/>
        </pc:sldMkLst>
        <pc:spChg chg="mod">
          <ac:chgData name="Amber Iler" userId="de83aacb-f55d-4228-9efe-c2e37645148b" providerId="ADAL" clId="{EA510842-AE2E-46C5-A0D2-6728B20F15C6}" dt="2026-04-17T18:16:26.088" v="55" actId="27636"/>
          <ac:spMkLst>
            <pc:docMk/>
            <pc:sldMk cId="2884917342" sldId="807"/>
            <ac:spMk id="3" creationId="{95DAD5EE-FCFA-E3E5-BC8C-6A77C4123F72}"/>
          </ac:spMkLst>
        </pc:spChg>
      </pc:sldChg>
      <pc:sldChg chg="addSp modSp new mod">
        <pc:chgData name="Amber Iler" userId="de83aacb-f55d-4228-9efe-c2e37645148b" providerId="ADAL" clId="{EA510842-AE2E-46C5-A0D2-6728B20F15C6}" dt="2026-04-17T20:22:07.114" v="402" actId="20577"/>
        <pc:sldMkLst>
          <pc:docMk/>
          <pc:sldMk cId="3740137405" sldId="808"/>
        </pc:sldMkLst>
        <pc:spChg chg="add mod">
          <ac:chgData name="Amber Iler" userId="de83aacb-f55d-4228-9efe-c2e37645148b" providerId="ADAL" clId="{EA510842-AE2E-46C5-A0D2-6728B20F15C6}" dt="2026-04-17T20:22:07.114" v="402" actId="20577"/>
          <ac:spMkLst>
            <pc:docMk/>
            <pc:sldMk cId="3740137405" sldId="808"/>
            <ac:spMk id="2" creationId="{731A3A7E-B63D-5CD0-CB66-5DF888A29B54}"/>
          </ac:spMkLst>
        </pc:spChg>
      </pc:sldChg>
      <pc:sldMasterChg chg="delSp modSp mod addSldLayout modSldLayout">
        <pc:chgData name="Amber Iler" userId="de83aacb-f55d-4228-9efe-c2e37645148b" providerId="ADAL" clId="{EA510842-AE2E-46C5-A0D2-6728B20F15C6}" dt="2026-04-17T20:27:17.667" v="415" actId="1035"/>
        <pc:sldMasterMkLst>
          <pc:docMk/>
          <pc:sldMasterMk cId="1726649335" sldId="2147483648"/>
        </pc:sldMasterMkLst>
        <pc:spChg chg="mod">
          <ac:chgData name="Amber Iler" userId="de83aacb-f55d-4228-9efe-c2e37645148b" providerId="ADAL" clId="{EA510842-AE2E-46C5-A0D2-6728B20F15C6}" dt="2026-04-17T18:15:29.167" v="10" actId="14100"/>
          <ac:spMkLst>
            <pc:docMk/>
            <pc:sldMasterMk cId="1726649335" sldId="2147483648"/>
            <ac:spMk id="2" creationId="{00000000-0000-0000-0000-000000000000}"/>
          </ac:spMkLst>
        </pc:spChg>
        <pc:spChg chg="mod">
          <ac:chgData name="Amber Iler" userId="de83aacb-f55d-4228-9efe-c2e37645148b" providerId="ADAL" clId="{EA510842-AE2E-46C5-A0D2-6728B20F15C6}" dt="2026-04-17T18:15:18.785" v="9" actId="14100"/>
          <ac:spMkLst>
            <pc:docMk/>
            <pc:sldMasterMk cId="1726649335" sldId="2147483648"/>
            <ac:spMk id="3" creationId="{00000000-0000-0000-0000-000000000000}"/>
          </ac:spMkLst>
        </pc:spChg>
        <pc:spChg chg="mod">
          <ac:chgData name="Amber Iler" userId="de83aacb-f55d-4228-9efe-c2e37645148b" providerId="ADAL" clId="{EA510842-AE2E-46C5-A0D2-6728B20F15C6}" dt="2026-04-17T18:26:19.121" v="144" actId="20577"/>
          <ac:spMkLst>
            <pc:docMk/>
            <pc:sldMasterMk cId="1726649335" sldId="2147483648"/>
            <ac:spMk id="4" creationId="{F754A010-D523-D54F-6725-FB28632C5BDD}"/>
          </ac:spMkLst>
        </pc:spChg>
        <pc:spChg chg="del">
          <ac:chgData name="Amber Iler" userId="de83aacb-f55d-4228-9efe-c2e37645148b" providerId="ADAL" clId="{EA510842-AE2E-46C5-A0D2-6728B20F15C6}" dt="2026-04-17T18:25:38.527" v="136" actId="21"/>
          <ac:spMkLst>
            <pc:docMk/>
            <pc:sldMasterMk cId="1726649335" sldId="2147483648"/>
            <ac:spMk id="11" creationId="{00000000-0000-0000-0000-000000000000}"/>
          </ac:spMkLst>
        </pc:spChg>
        <pc:sldLayoutChg chg="addSp delSp modSp mod">
          <pc:chgData name="Amber Iler" userId="de83aacb-f55d-4228-9efe-c2e37645148b" providerId="ADAL" clId="{EA510842-AE2E-46C5-A0D2-6728B20F15C6}" dt="2026-04-17T20:27:17.667" v="415" actId="1035"/>
          <pc:sldLayoutMkLst>
            <pc:docMk/>
            <pc:sldMasterMk cId="1726649335" sldId="2147483648"/>
            <pc:sldLayoutMk cId="1894888726" sldId="2147483649"/>
          </pc:sldLayoutMkLst>
          <pc:spChg chg="add del mod">
            <ac:chgData name="Amber Iler" userId="de83aacb-f55d-4228-9efe-c2e37645148b" providerId="ADAL" clId="{EA510842-AE2E-46C5-A0D2-6728B20F15C6}" dt="2026-04-17T18:32:26.399" v="161" actId="478"/>
            <ac:spMkLst>
              <pc:docMk/>
              <pc:sldMasterMk cId="1726649335" sldId="2147483648"/>
              <pc:sldLayoutMk cId="1894888726" sldId="2147483649"/>
              <ac:spMk id="2" creationId="{184E5868-62EA-2960-BAAA-7375EE7EDF88}"/>
            </ac:spMkLst>
          </pc:spChg>
          <pc:spChg chg="add mod">
            <ac:chgData name="Amber Iler" userId="de83aacb-f55d-4228-9efe-c2e37645148b" providerId="ADAL" clId="{EA510842-AE2E-46C5-A0D2-6728B20F15C6}" dt="2026-04-17T18:34:06.949" v="235" actId="1035"/>
            <ac:spMkLst>
              <pc:docMk/>
              <pc:sldMasterMk cId="1726649335" sldId="2147483648"/>
              <pc:sldLayoutMk cId="1894888726" sldId="2147483649"/>
              <ac:spMk id="4" creationId="{C0FD0BDA-9EC2-6DDC-E333-2011233985AA}"/>
            </ac:spMkLst>
          </pc:spChg>
          <pc:spChg chg="add mod">
            <ac:chgData name="Amber Iler" userId="de83aacb-f55d-4228-9efe-c2e37645148b" providerId="ADAL" clId="{EA510842-AE2E-46C5-A0D2-6728B20F15C6}" dt="2026-04-17T20:26:45.253" v="405" actId="1076"/>
            <ac:spMkLst>
              <pc:docMk/>
              <pc:sldMasterMk cId="1726649335" sldId="2147483648"/>
              <pc:sldLayoutMk cId="1894888726" sldId="2147483649"/>
              <ac:spMk id="5" creationId="{6123AFAA-5D05-B28B-F534-36BDA605AB29}"/>
            </ac:spMkLst>
          </pc:spChg>
          <pc:spChg chg="add mod">
            <ac:chgData name="Amber Iler" userId="de83aacb-f55d-4228-9efe-c2e37645148b" providerId="ADAL" clId="{EA510842-AE2E-46C5-A0D2-6728B20F15C6}" dt="2026-04-17T20:27:17.667" v="415" actId="1035"/>
            <ac:spMkLst>
              <pc:docMk/>
              <pc:sldMasterMk cId="1726649335" sldId="2147483648"/>
              <pc:sldLayoutMk cId="1894888726" sldId="2147483649"/>
              <ac:spMk id="6" creationId="{D7385DBA-0359-4465-074B-2146899AB1DE}"/>
            </ac:spMkLst>
          </pc:spChg>
          <pc:spChg chg="add del mod">
            <ac:chgData name="Amber Iler" userId="de83aacb-f55d-4228-9efe-c2e37645148b" providerId="ADAL" clId="{EA510842-AE2E-46C5-A0D2-6728B20F15C6}" dt="2026-04-17T18:42:54.021" v="285" actId="478"/>
            <ac:spMkLst>
              <pc:docMk/>
              <pc:sldMasterMk cId="1726649335" sldId="2147483648"/>
              <pc:sldLayoutMk cId="1894888726" sldId="2147483649"/>
              <ac:spMk id="8" creationId="{F3960095-18AF-F9D6-065F-2C86A7BD9A3E}"/>
            </ac:spMkLst>
          </pc:spChg>
          <pc:spChg chg="add del mod">
            <ac:chgData name="Amber Iler" userId="de83aacb-f55d-4228-9efe-c2e37645148b" providerId="ADAL" clId="{EA510842-AE2E-46C5-A0D2-6728B20F15C6}" dt="2026-04-17T18:47:48.572" v="314" actId="478"/>
            <ac:spMkLst>
              <pc:docMk/>
              <pc:sldMasterMk cId="1726649335" sldId="2147483648"/>
              <pc:sldLayoutMk cId="1894888726" sldId="2147483649"/>
              <ac:spMk id="9" creationId="{C81A94CB-3378-3406-8789-03318B10894A}"/>
            </ac:spMkLst>
          </pc:spChg>
          <pc:spChg chg="add mod">
            <ac:chgData name="Amber Iler" userId="de83aacb-f55d-4228-9efe-c2e37645148b" providerId="ADAL" clId="{EA510842-AE2E-46C5-A0D2-6728B20F15C6}" dt="2026-04-17T18:32:48.149" v="165"/>
            <ac:spMkLst>
              <pc:docMk/>
              <pc:sldMasterMk cId="1726649335" sldId="2147483648"/>
              <pc:sldLayoutMk cId="1894888726" sldId="2147483649"/>
              <ac:spMk id="10" creationId="{6BA1DD95-844A-DA9B-5495-0E4BB259F021}"/>
            </ac:spMkLst>
          </pc:spChg>
          <pc:spChg chg="add del">
            <ac:chgData name="Amber Iler" userId="de83aacb-f55d-4228-9efe-c2e37645148b" providerId="ADAL" clId="{EA510842-AE2E-46C5-A0D2-6728B20F15C6}" dt="2026-04-17T18:41:51.113" v="275" actId="11529"/>
            <ac:spMkLst>
              <pc:docMk/>
              <pc:sldMasterMk cId="1726649335" sldId="2147483648"/>
              <pc:sldLayoutMk cId="1894888726" sldId="2147483649"/>
              <ac:spMk id="11" creationId="{E39E4622-3C61-DDAD-6B79-EA98930CC5DC}"/>
            </ac:spMkLst>
          </pc:spChg>
          <pc:spChg chg="add del mod">
            <ac:chgData name="Amber Iler" userId="de83aacb-f55d-4228-9efe-c2e37645148b" providerId="ADAL" clId="{EA510842-AE2E-46C5-A0D2-6728B20F15C6}" dt="2026-04-17T18:41:53.885" v="276" actId="478"/>
            <ac:spMkLst>
              <pc:docMk/>
              <pc:sldMasterMk cId="1726649335" sldId="2147483648"/>
              <pc:sldLayoutMk cId="1894888726" sldId="2147483649"/>
              <ac:spMk id="12" creationId="{20AF76AE-5897-24BB-ED66-47F114F45614}"/>
            </ac:spMkLst>
          </pc:spChg>
          <pc:spChg chg="add del mod">
            <ac:chgData name="Amber Iler" userId="de83aacb-f55d-4228-9efe-c2e37645148b" providerId="ADAL" clId="{EA510842-AE2E-46C5-A0D2-6728B20F15C6}" dt="2026-04-17T18:51:44.548" v="330" actId="478"/>
            <ac:spMkLst>
              <pc:docMk/>
              <pc:sldMasterMk cId="1726649335" sldId="2147483648"/>
              <pc:sldLayoutMk cId="1894888726" sldId="2147483649"/>
              <ac:spMk id="13" creationId="{3C432E0A-1281-BDC0-8D64-756740C938CE}"/>
            </ac:spMkLst>
          </pc:spChg>
          <pc:spChg chg="add del">
            <ac:chgData name="Amber Iler" userId="de83aacb-f55d-4228-9efe-c2e37645148b" providerId="ADAL" clId="{EA510842-AE2E-46C5-A0D2-6728B20F15C6}" dt="2026-04-17T18:42:19.828" v="280" actId="11529"/>
            <ac:spMkLst>
              <pc:docMk/>
              <pc:sldMasterMk cId="1726649335" sldId="2147483648"/>
              <pc:sldLayoutMk cId="1894888726" sldId="2147483649"/>
              <ac:spMk id="14" creationId="{E7BD0E3C-8F78-5CF3-C564-06EF43BD031C}"/>
            </ac:spMkLst>
          </pc:spChg>
          <pc:spChg chg="add del mod">
            <ac:chgData name="Amber Iler" userId="de83aacb-f55d-4228-9efe-c2e37645148b" providerId="ADAL" clId="{EA510842-AE2E-46C5-A0D2-6728B20F15C6}" dt="2026-04-17T18:42:21.877" v="281" actId="478"/>
            <ac:spMkLst>
              <pc:docMk/>
              <pc:sldMasterMk cId="1726649335" sldId="2147483648"/>
              <pc:sldLayoutMk cId="1894888726" sldId="2147483649"/>
              <ac:spMk id="15" creationId="{54347C3C-0FF0-7E8A-EE08-77E1E3FA18A6}"/>
            </ac:spMkLst>
          </pc:spChg>
          <pc:spChg chg="add mod">
            <ac:chgData name="Amber Iler" userId="de83aacb-f55d-4228-9efe-c2e37645148b" providerId="ADAL" clId="{EA510842-AE2E-46C5-A0D2-6728B20F15C6}" dt="2026-04-17T18:44:07.048" v="289" actId="207"/>
            <ac:spMkLst>
              <pc:docMk/>
              <pc:sldMasterMk cId="1726649335" sldId="2147483648"/>
              <pc:sldLayoutMk cId="1894888726" sldId="2147483649"/>
              <ac:spMk id="16" creationId="{D6DB4348-E857-8D2B-5F17-84E539C0A498}"/>
            </ac:spMkLst>
          </pc:spChg>
          <pc:spChg chg="add del">
            <ac:chgData name="Amber Iler" userId="de83aacb-f55d-4228-9efe-c2e37645148b" providerId="ADAL" clId="{EA510842-AE2E-46C5-A0D2-6728B20F15C6}" dt="2026-04-17T18:44:34.607" v="290" actId="11529"/>
            <ac:spMkLst>
              <pc:docMk/>
              <pc:sldMasterMk cId="1726649335" sldId="2147483648"/>
              <pc:sldLayoutMk cId="1894888726" sldId="2147483649"/>
              <ac:spMk id="17" creationId="{7D1C0E84-629E-81D1-BD82-AC8824081955}"/>
            </ac:spMkLst>
          </pc:spChg>
          <pc:spChg chg="add del mod">
            <ac:chgData name="Amber Iler" userId="de83aacb-f55d-4228-9efe-c2e37645148b" providerId="ADAL" clId="{EA510842-AE2E-46C5-A0D2-6728B20F15C6}" dt="2026-04-17T18:44:43.307" v="291" actId="478"/>
            <ac:spMkLst>
              <pc:docMk/>
              <pc:sldMasterMk cId="1726649335" sldId="2147483648"/>
              <pc:sldLayoutMk cId="1894888726" sldId="2147483649"/>
              <ac:spMk id="18" creationId="{5E65EAC9-F67C-DD9C-0DFE-542C7A6E1EDD}"/>
            </ac:spMkLst>
          </pc:spChg>
          <pc:spChg chg="add mod">
            <ac:chgData name="Amber Iler" userId="de83aacb-f55d-4228-9efe-c2e37645148b" providerId="ADAL" clId="{EA510842-AE2E-46C5-A0D2-6728B20F15C6}" dt="2026-04-17T18:45:44.578" v="292"/>
            <ac:spMkLst>
              <pc:docMk/>
              <pc:sldMasterMk cId="1726649335" sldId="2147483648"/>
              <pc:sldLayoutMk cId="1894888726" sldId="2147483649"/>
              <ac:spMk id="19" creationId="{8A7116DF-F308-1629-695C-2D6946D84D96}"/>
            </ac:spMkLst>
          </pc:spChg>
          <pc:spChg chg="add del">
            <ac:chgData name="Amber Iler" userId="de83aacb-f55d-4228-9efe-c2e37645148b" providerId="ADAL" clId="{EA510842-AE2E-46C5-A0D2-6728B20F15C6}" dt="2026-04-17T18:46:09.031" v="293" actId="11529"/>
            <ac:spMkLst>
              <pc:docMk/>
              <pc:sldMasterMk cId="1726649335" sldId="2147483648"/>
              <pc:sldLayoutMk cId="1894888726" sldId="2147483649"/>
              <ac:spMk id="20" creationId="{BCD92C6B-F8ED-F0FF-928D-4413D3AA13FF}"/>
            </ac:spMkLst>
          </pc:spChg>
          <pc:spChg chg="add del mod ord">
            <ac:chgData name="Amber Iler" userId="de83aacb-f55d-4228-9efe-c2e37645148b" providerId="ADAL" clId="{EA510842-AE2E-46C5-A0D2-6728B20F15C6}" dt="2026-04-17T18:52:18.318" v="335" actId="478"/>
            <ac:spMkLst>
              <pc:docMk/>
              <pc:sldMasterMk cId="1726649335" sldId="2147483648"/>
              <pc:sldLayoutMk cId="1894888726" sldId="2147483649"/>
              <ac:spMk id="21" creationId="{D8C59EC7-662D-CF6E-C5E6-52BB8ADC2CA5}"/>
            </ac:spMkLst>
          </pc:spChg>
          <pc:spChg chg="add del mod">
            <ac:chgData name="Amber Iler" userId="de83aacb-f55d-4228-9efe-c2e37645148b" providerId="ADAL" clId="{EA510842-AE2E-46C5-A0D2-6728B20F15C6}" dt="2026-04-17T18:51:41.051" v="329" actId="21"/>
            <ac:spMkLst>
              <pc:docMk/>
              <pc:sldMasterMk cId="1726649335" sldId="2147483648"/>
              <pc:sldLayoutMk cId="1894888726" sldId="2147483649"/>
              <ac:spMk id="22" creationId="{F294867B-20A1-FB71-87F5-812F6F69BEF2}"/>
            </ac:spMkLst>
          </pc:spChg>
          <pc:spChg chg="add del mod">
            <ac:chgData name="Amber Iler" userId="de83aacb-f55d-4228-9efe-c2e37645148b" providerId="ADAL" clId="{EA510842-AE2E-46C5-A0D2-6728B20F15C6}" dt="2026-04-17T18:56:13.593" v="352" actId="478"/>
            <ac:spMkLst>
              <pc:docMk/>
              <pc:sldMasterMk cId="1726649335" sldId="2147483648"/>
              <pc:sldLayoutMk cId="1894888726" sldId="2147483649"/>
              <ac:spMk id="23" creationId="{F294867B-20A1-FB71-87F5-812F6F69BEF2}"/>
            </ac:spMkLst>
          </pc:spChg>
          <pc:spChg chg="add del mod">
            <ac:chgData name="Amber Iler" userId="de83aacb-f55d-4228-9efe-c2e37645148b" providerId="ADAL" clId="{EA510842-AE2E-46C5-A0D2-6728B20F15C6}" dt="2026-04-17T20:14:21.433" v="362" actId="403"/>
            <ac:spMkLst>
              <pc:docMk/>
              <pc:sldMasterMk cId="1726649335" sldId="2147483648"/>
              <pc:sldLayoutMk cId="1894888726" sldId="2147483649"/>
              <ac:spMk id="24" creationId="{97E136C5-BBDE-1750-0752-A3A9EC51A4C6}"/>
            </ac:spMkLst>
          </pc:spChg>
          <pc:spChg chg="add mod">
            <ac:chgData name="Amber Iler" userId="de83aacb-f55d-4228-9efe-c2e37645148b" providerId="ADAL" clId="{EA510842-AE2E-46C5-A0D2-6728B20F15C6}" dt="2026-04-17T20:12:40.002" v="358"/>
            <ac:spMkLst>
              <pc:docMk/>
              <pc:sldMasterMk cId="1726649335" sldId="2147483648"/>
              <pc:sldLayoutMk cId="1894888726" sldId="2147483649"/>
              <ac:spMk id="25" creationId="{6A62D0F8-FCA1-DA24-5CBD-56E1E5709E57}"/>
            </ac:spMkLst>
          </pc:spChg>
          <pc:picChg chg="add del mod">
            <ac:chgData name="Amber Iler" userId="de83aacb-f55d-4228-9efe-c2e37645148b" providerId="ADAL" clId="{EA510842-AE2E-46C5-A0D2-6728B20F15C6}" dt="2026-04-17T18:55:34.243" v="349" actId="1076"/>
            <ac:picMkLst>
              <pc:docMk/>
              <pc:sldMasterMk cId="1726649335" sldId="2147483648"/>
              <pc:sldLayoutMk cId="1894888726" sldId="2147483649"/>
              <ac:picMk id="7" creationId="{FA7F7C3C-0EF0-4DBE-8C01-A27BBA142FB2}"/>
            </ac:picMkLst>
          </pc:picChg>
        </pc:sldLayoutChg>
        <pc:sldLayoutChg chg="addSp delSp modSp mod">
          <pc:chgData name="Amber Iler" userId="de83aacb-f55d-4228-9efe-c2e37645148b" providerId="ADAL" clId="{EA510842-AE2E-46C5-A0D2-6728B20F15C6}" dt="2026-04-17T18:27:47.191" v="153"/>
          <pc:sldLayoutMkLst>
            <pc:docMk/>
            <pc:sldMasterMk cId="1726649335" sldId="2147483648"/>
            <pc:sldLayoutMk cId="1775185671" sldId="2147483650"/>
          </pc:sldLayoutMkLst>
          <pc:spChg chg="mod">
            <ac:chgData name="Amber Iler" userId="de83aacb-f55d-4228-9efe-c2e37645148b" providerId="ADAL" clId="{EA510842-AE2E-46C5-A0D2-6728B20F15C6}" dt="2026-04-17T18:16:36.067" v="64" actId="404"/>
            <ac:spMkLst>
              <pc:docMk/>
              <pc:sldMasterMk cId="1726649335" sldId="2147483648"/>
              <pc:sldLayoutMk cId="1775185671" sldId="2147483650"/>
              <ac:spMk id="3" creationId="{00000000-0000-0000-0000-000000000000}"/>
            </ac:spMkLst>
          </pc:spChg>
          <pc:spChg chg="add del">
            <ac:chgData name="Amber Iler" userId="de83aacb-f55d-4228-9efe-c2e37645148b" providerId="ADAL" clId="{EA510842-AE2E-46C5-A0D2-6728B20F15C6}" dt="2026-04-17T18:26:29.831" v="145" actId="478"/>
            <ac:spMkLst>
              <pc:docMk/>
              <pc:sldMasterMk cId="1726649335" sldId="2147483648"/>
              <pc:sldLayoutMk cId="1775185671" sldId="2147483650"/>
              <ac:spMk id="4" creationId="{A6EE939E-8E5F-FD49-F9A7-AC93E8A0DA35}"/>
            </ac:spMkLst>
          </pc:spChg>
          <pc:spChg chg="add mod">
            <ac:chgData name="Amber Iler" userId="de83aacb-f55d-4228-9efe-c2e37645148b" providerId="ADAL" clId="{EA510842-AE2E-46C5-A0D2-6728B20F15C6}" dt="2026-04-17T18:27:47.191" v="153"/>
            <ac:spMkLst>
              <pc:docMk/>
              <pc:sldMasterMk cId="1726649335" sldId="2147483648"/>
              <pc:sldLayoutMk cId="1775185671" sldId="2147483650"/>
              <ac:spMk id="5" creationId="{BC0E6B53-B663-B41D-58BB-8B1BBE8F14D3}"/>
            </ac:spMkLst>
          </pc:spChg>
        </pc:sldLayoutChg>
        <pc:sldLayoutChg chg="delSp modSp mod">
          <pc:chgData name="Amber Iler" userId="de83aacb-f55d-4228-9efe-c2e37645148b" providerId="ADAL" clId="{EA510842-AE2E-46C5-A0D2-6728B20F15C6}" dt="2026-04-17T18:26:46.653" v="147" actId="478"/>
          <pc:sldLayoutMkLst>
            <pc:docMk/>
            <pc:sldMasterMk cId="1726649335" sldId="2147483648"/>
            <pc:sldLayoutMk cId="1886453849" sldId="2147483652"/>
          </pc:sldLayoutMkLst>
          <pc:spChg chg="mod">
            <ac:chgData name="Amber Iler" userId="de83aacb-f55d-4228-9efe-c2e37645148b" providerId="ADAL" clId="{EA510842-AE2E-46C5-A0D2-6728B20F15C6}" dt="2026-04-17T18:17:18.440" v="65" actId="14100"/>
            <ac:spMkLst>
              <pc:docMk/>
              <pc:sldMasterMk cId="1726649335" sldId="2147483648"/>
              <pc:sldLayoutMk cId="1886453849" sldId="2147483652"/>
              <ac:spMk id="2" creationId="{00000000-0000-0000-0000-000000000000}"/>
            </ac:spMkLst>
          </pc:spChg>
          <pc:spChg chg="mod">
            <ac:chgData name="Amber Iler" userId="de83aacb-f55d-4228-9efe-c2e37645148b" providerId="ADAL" clId="{EA510842-AE2E-46C5-A0D2-6728B20F15C6}" dt="2026-04-17T18:18:03.600" v="81" actId="404"/>
            <ac:spMkLst>
              <pc:docMk/>
              <pc:sldMasterMk cId="1726649335" sldId="2147483648"/>
              <pc:sldLayoutMk cId="1886453849" sldId="2147483652"/>
              <ac:spMk id="3" creationId="{00000000-0000-0000-0000-000000000000}"/>
            </ac:spMkLst>
          </pc:spChg>
          <pc:spChg chg="mod">
            <ac:chgData name="Amber Iler" userId="de83aacb-f55d-4228-9efe-c2e37645148b" providerId="ADAL" clId="{EA510842-AE2E-46C5-A0D2-6728B20F15C6}" dt="2026-04-17T18:18:19.825" v="85" actId="404"/>
            <ac:spMkLst>
              <pc:docMk/>
              <pc:sldMasterMk cId="1726649335" sldId="2147483648"/>
              <pc:sldLayoutMk cId="1886453849" sldId="2147483652"/>
              <ac:spMk id="4" creationId="{00000000-0000-0000-0000-000000000000}"/>
            </ac:spMkLst>
          </pc:spChg>
          <pc:spChg chg="del">
            <ac:chgData name="Amber Iler" userId="de83aacb-f55d-4228-9efe-c2e37645148b" providerId="ADAL" clId="{EA510842-AE2E-46C5-A0D2-6728B20F15C6}" dt="2026-04-17T18:26:46.653" v="147" actId="478"/>
            <ac:spMkLst>
              <pc:docMk/>
              <pc:sldMasterMk cId="1726649335" sldId="2147483648"/>
              <pc:sldLayoutMk cId="1886453849" sldId="2147483652"/>
              <ac:spMk id="8" creationId="{27598451-CC22-4EA6-94A2-FB3A60C7671E}"/>
            </ac:spMkLst>
          </pc:spChg>
        </pc:sldLayoutChg>
        <pc:sldLayoutChg chg="delSp modSp mod">
          <pc:chgData name="Amber Iler" userId="de83aacb-f55d-4228-9efe-c2e37645148b" providerId="ADAL" clId="{EA510842-AE2E-46C5-A0D2-6728B20F15C6}" dt="2026-04-17T18:26:54.254" v="148" actId="478"/>
          <pc:sldLayoutMkLst>
            <pc:docMk/>
            <pc:sldMasterMk cId="1726649335" sldId="2147483648"/>
            <pc:sldLayoutMk cId="1235214148" sldId="2147483653"/>
          </pc:sldLayoutMkLst>
          <pc:spChg chg="mod">
            <ac:chgData name="Amber Iler" userId="de83aacb-f55d-4228-9efe-c2e37645148b" providerId="ADAL" clId="{EA510842-AE2E-46C5-A0D2-6728B20F15C6}" dt="2026-04-17T18:21:44.450" v="108" actId="242"/>
            <ac:spMkLst>
              <pc:docMk/>
              <pc:sldMasterMk cId="1726649335" sldId="2147483648"/>
              <pc:sldLayoutMk cId="1235214148" sldId="2147483653"/>
              <ac:spMk id="3" creationId="{00000000-0000-0000-0000-000000000000}"/>
            </ac:spMkLst>
          </pc:spChg>
          <pc:spChg chg="mod">
            <ac:chgData name="Amber Iler" userId="de83aacb-f55d-4228-9efe-c2e37645148b" providerId="ADAL" clId="{EA510842-AE2E-46C5-A0D2-6728B20F15C6}" dt="2026-04-17T18:22:38.977" v="115" actId="404"/>
            <ac:spMkLst>
              <pc:docMk/>
              <pc:sldMasterMk cId="1726649335" sldId="2147483648"/>
              <pc:sldLayoutMk cId="1235214148" sldId="2147483653"/>
              <ac:spMk id="4" creationId="{00000000-0000-0000-0000-000000000000}"/>
            </ac:spMkLst>
          </pc:spChg>
          <pc:spChg chg="mod">
            <ac:chgData name="Amber Iler" userId="de83aacb-f55d-4228-9efe-c2e37645148b" providerId="ADAL" clId="{EA510842-AE2E-46C5-A0D2-6728B20F15C6}" dt="2026-04-17T18:21:44.450" v="108" actId="242"/>
            <ac:spMkLst>
              <pc:docMk/>
              <pc:sldMasterMk cId="1726649335" sldId="2147483648"/>
              <pc:sldLayoutMk cId="1235214148" sldId="2147483653"/>
              <ac:spMk id="5" creationId="{00000000-0000-0000-0000-000000000000}"/>
            </ac:spMkLst>
          </pc:spChg>
          <pc:spChg chg="mod">
            <ac:chgData name="Amber Iler" userId="de83aacb-f55d-4228-9efe-c2e37645148b" providerId="ADAL" clId="{EA510842-AE2E-46C5-A0D2-6728B20F15C6}" dt="2026-04-17T18:22:58.143" v="122" actId="404"/>
            <ac:spMkLst>
              <pc:docMk/>
              <pc:sldMasterMk cId="1726649335" sldId="2147483648"/>
              <pc:sldLayoutMk cId="1235214148" sldId="2147483653"/>
              <ac:spMk id="6" creationId="{00000000-0000-0000-0000-000000000000}"/>
            </ac:spMkLst>
          </pc:spChg>
          <pc:spChg chg="del">
            <ac:chgData name="Amber Iler" userId="de83aacb-f55d-4228-9efe-c2e37645148b" providerId="ADAL" clId="{EA510842-AE2E-46C5-A0D2-6728B20F15C6}" dt="2026-04-17T18:26:54.254" v="148" actId="478"/>
            <ac:spMkLst>
              <pc:docMk/>
              <pc:sldMasterMk cId="1726649335" sldId="2147483648"/>
              <pc:sldLayoutMk cId="1235214148" sldId="2147483653"/>
              <ac:spMk id="7" creationId="{8E7760A4-2E24-6FED-8CAF-B4B0066407D0}"/>
            </ac:spMkLst>
          </pc:spChg>
        </pc:sldLayoutChg>
        <pc:sldLayoutChg chg="addSp delSp modSp mod">
          <pc:chgData name="Amber Iler" userId="de83aacb-f55d-4228-9efe-c2e37645148b" providerId="ADAL" clId="{EA510842-AE2E-46C5-A0D2-6728B20F15C6}" dt="2026-04-17T18:27:12.972" v="151"/>
          <pc:sldLayoutMkLst>
            <pc:docMk/>
            <pc:sldMasterMk cId="1726649335" sldId="2147483648"/>
            <pc:sldLayoutMk cId="3940207015" sldId="2147483654"/>
          </pc:sldLayoutMkLst>
          <pc:spChg chg="del">
            <ac:chgData name="Amber Iler" userId="de83aacb-f55d-4228-9efe-c2e37645148b" providerId="ADAL" clId="{EA510842-AE2E-46C5-A0D2-6728B20F15C6}" dt="2026-04-17T18:27:01.597" v="150" actId="478"/>
            <ac:spMkLst>
              <pc:docMk/>
              <pc:sldMasterMk cId="1726649335" sldId="2147483648"/>
              <pc:sldLayoutMk cId="3940207015" sldId="2147483654"/>
              <ac:spMk id="3" creationId="{879D9D07-D131-9F63-FA82-229178563480}"/>
            </ac:spMkLst>
          </pc:spChg>
          <pc:spChg chg="add mod">
            <ac:chgData name="Amber Iler" userId="de83aacb-f55d-4228-9efe-c2e37645148b" providerId="ADAL" clId="{EA510842-AE2E-46C5-A0D2-6728B20F15C6}" dt="2026-04-17T18:27:12.972" v="151"/>
            <ac:spMkLst>
              <pc:docMk/>
              <pc:sldMasterMk cId="1726649335" sldId="2147483648"/>
              <pc:sldLayoutMk cId="3940207015" sldId="2147483654"/>
              <ac:spMk id="11" creationId="{00000000-0000-0000-0000-000000000000}"/>
            </ac:spMkLst>
          </pc:spChg>
        </pc:sldLayoutChg>
        <pc:sldLayoutChg chg="modSp mod">
          <pc:chgData name="Amber Iler" userId="de83aacb-f55d-4228-9efe-c2e37645148b" providerId="ADAL" clId="{EA510842-AE2E-46C5-A0D2-6728B20F15C6}" dt="2026-04-17T18:25:13.935" v="135" actId="6549"/>
          <pc:sldLayoutMkLst>
            <pc:docMk/>
            <pc:sldMasterMk cId="1726649335" sldId="2147483648"/>
            <pc:sldLayoutMk cId="4072137169" sldId="2147483655"/>
          </pc:sldLayoutMkLst>
          <pc:spChg chg="mod">
            <ac:chgData name="Amber Iler" userId="de83aacb-f55d-4228-9efe-c2e37645148b" providerId="ADAL" clId="{EA510842-AE2E-46C5-A0D2-6728B20F15C6}" dt="2026-04-17T18:25:13.935" v="135" actId="6549"/>
            <ac:spMkLst>
              <pc:docMk/>
              <pc:sldMasterMk cId="1726649335" sldId="2147483648"/>
              <pc:sldLayoutMk cId="4072137169" sldId="2147483655"/>
              <ac:spMk id="3" creationId="{31834EBF-ED0C-C7C8-65A0-3BAD62C60999}"/>
            </ac:spMkLst>
          </pc:spChg>
        </pc:sldLayoutChg>
        <pc:sldLayoutChg chg="delSp mod">
          <pc:chgData name="Amber Iler" userId="de83aacb-f55d-4228-9efe-c2e37645148b" providerId="ADAL" clId="{EA510842-AE2E-46C5-A0D2-6728B20F15C6}" dt="2026-04-17T18:26:42.094" v="146" actId="478"/>
          <pc:sldLayoutMkLst>
            <pc:docMk/>
            <pc:sldMasterMk cId="1726649335" sldId="2147483648"/>
            <pc:sldLayoutMk cId="1867292123" sldId="2147483656"/>
          </pc:sldLayoutMkLst>
          <pc:spChg chg="del">
            <ac:chgData name="Amber Iler" userId="de83aacb-f55d-4228-9efe-c2e37645148b" providerId="ADAL" clId="{EA510842-AE2E-46C5-A0D2-6728B20F15C6}" dt="2026-04-17T18:26:42.094" v="146" actId="478"/>
            <ac:spMkLst>
              <pc:docMk/>
              <pc:sldMasterMk cId="1726649335" sldId="2147483648"/>
              <pc:sldLayoutMk cId="1867292123" sldId="2147483656"/>
              <ac:spMk id="5" creationId="{00000000-0000-0000-0000-000000000000}"/>
            </ac:spMkLst>
          </pc:spChg>
        </pc:sldLayoutChg>
        <pc:sldLayoutChg chg="delSp modSp mod">
          <pc:chgData name="Amber Iler" userId="de83aacb-f55d-4228-9efe-c2e37645148b" providerId="ADAL" clId="{EA510842-AE2E-46C5-A0D2-6728B20F15C6}" dt="2026-04-17T18:26:58.048" v="149" actId="478"/>
          <pc:sldLayoutMkLst>
            <pc:docMk/>
            <pc:sldMasterMk cId="1726649335" sldId="2147483648"/>
            <pc:sldLayoutMk cId="4222819522" sldId="2147483657"/>
          </pc:sldLayoutMkLst>
          <pc:spChg chg="mod">
            <ac:chgData name="Amber Iler" userId="de83aacb-f55d-4228-9efe-c2e37645148b" providerId="ADAL" clId="{EA510842-AE2E-46C5-A0D2-6728B20F15C6}" dt="2026-04-17T18:23:07.836" v="123" actId="14100"/>
            <ac:spMkLst>
              <pc:docMk/>
              <pc:sldMasterMk cId="1726649335" sldId="2147483648"/>
              <pc:sldLayoutMk cId="4222819522" sldId="2147483657"/>
              <ac:spMk id="3" creationId="{00000000-0000-0000-0000-000000000000}"/>
            </ac:spMkLst>
          </pc:spChg>
          <pc:spChg chg="mod">
            <ac:chgData name="Amber Iler" userId="de83aacb-f55d-4228-9efe-c2e37645148b" providerId="ADAL" clId="{EA510842-AE2E-46C5-A0D2-6728B20F15C6}" dt="2026-04-17T18:23:11.337" v="124" actId="14100"/>
            <ac:spMkLst>
              <pc:docMk/>
              <pc:sldMasterMk cId="1726649335" sldId="2147483648"/>
              <pc:sldLayoutMk cId="4222819522" sldId="2147483657"/>
              <ac:spMk id="5" creationId="{00000000-0000-0000-0000-000000000000}"/>
            </ac:spMkLst>
          </pc:spChg>
          <pc:spChg chg="del">
            <ac:chgData name="Amber Iler" userId="de83aacb-f55d-4228-9efe-c2e37645148b" providerId="ADAL" clId="{EA510842-AE2E-46C5-A0D2-6728B20F15C6}" dt="2026-04-17T18:26:58.048" v="149" actId="478"/>
            <ac:spMkLst>
              <pc:docMk/>
              <pc:sldMasterMk cId="1726649335" sldId="2147483648"/>
              <pc:sldLayoutMk cId="4222819522" sldId="2147483657"/>
              <ac:spMk id="8" creationId="{4A29A593-B991-5EB9-24D3-65C35CF37395}"/>
            </ac:spMkLst>
          </pc:spChg>
        </pc:sldLayoutChg>
        <pc:sldLayoutChg chg="addSp modSp">
          <pc:chgData name="Amber Iler" userId="de83aacb-f55d-4228-9efe-c2e37645148b" providerId="ADAL" clId="{EA510842-AE2E-46C5-A0D2-6728B20F15C6}" dt="2026-04-17T18:27:22.479" v="152"/>
          <pc:sldLayoutMkLst>
            <pc:docMk/>
            <pc:sldMasterMk cId="1726649335" sldId="2147483648"/>
            <pc:sldLayoutMk cId="3377936799" sldId="2147483664"/>
          </pc:sldLayoutMkLst>
          <pc:spChg chg="add mod">
            <ac:chgData name="Amber Iler" userId="de83aacb-f55d-4228-9efe-c2e37645148b" providerId="ADAL" clId="{EA510842-AE2E-46C5-A0D2-6728B20F15C6}" dt="2026-04-17T18:27:22.479" v="152"/>
            <ac:spMkLst>
              <pc:docMk/>
              <pc:sldMasterMk cId="1726649335" sldId="2147483648"/>
              <pc:sldLayoutMk cId="3377936799" sldId="2147483664"/>
              <ac:spMk id="2" creationId="{C0350DAD-E27E-41EC-67C1-7B7D4ABCDDDE}"/>
            </ac:spMkLst>
          </pc:spChg>
        </pc:sldLayoutChg>
        <pc:sldLayoutChg chg="addSp modSp add mod modTransition">
          <pc:chgData name="Amber Iler" userId="de83aacb-f55d-4228-9efe-c2e37645148b" providerId="ADAL" clId="{EA510842-AE2E-46C5-A0D2-6728B20F15C6}" dt="2026-04-17T18:28:21.769" v="155"/>
          <pc:sldLayoutMkLst>
            <pc:docMk/>
            <pc:sldMasterMk cId="1726649335" sldId="2147483648"/>
            <pc:sldLayoutMk cId="4211799901" sldId="2147483665"/>
          </pc:sldLayoutMkLst>
          <pc:spChg chg="add mod">
            <ac:chgData name="Amber Iler" userId="de83aacb-f55d-4228-9efe-c2e37645148b" providerId="ADAL" clId="{EA510842-AE2E-46C5-A0D2-6728B20F15C6}" dt="2026-04-17T18:28:21.769" v="155"/>
            <ac:spMkLst>
              <pc:docMk/>
              <pc:sldMasterMk cId="1726649335" sldId="2147483648"/>
              <pc:sldLayoutMk cId="4211799901" sldId="2147483665"/>
              <ac:spMk id="4" creationId="{87BADE94-C0B4-96DF-2DF0-F6FD864F1CA1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993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fld id="{12841A3E-4A69-4BFF-B298-1F711E7E1B36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698500"/>
            <a:ext cx="6194425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60" tIns="46680" rIns="93360" bIns="466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628" y="4423331"/>
            <a:ext cx="5621020" cy="4190524"/>
          </a:xfrm>
          <a:prstGeom prst="rect">
            <a:avLst/>
          </a:prstGeom>
        </p:spPr>
        <p:txBody>
          <a:bodyPr vert="horz" lIns="93360" tIns="46680" rIns="93360" bIns="466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993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fld id="{ED0E5A20-A57B-4E4C-82AF-912F5413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E5A20-A57B-4E4C-82AF-912F54134B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56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7F7C3C-0EF0-4DBE-8C01-A27BBA142F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61838" cy="6858000"/>
          </a:xfrm>
          <a:prstGeom prst="rect">
            <a:avLst/>
          </a:prstGeom>
        </p:spPr>
      </p:pic>
      <p:pic>
        <p:nvPicPr>
          <p:cNvPr id="3" name="Picture 2" descr="Logo&#10;&#10;AI-generated content may be incorrect.">
            <a:extLst>
              <a:ext uri="{FF2B5EF4-FFF2-40B4-BE49-F238E27FC236}">
                <a16:creationId xmlns:a16="http://schemas.microsoft.com/office/drawing/2014/main" id="{450317C5-EDA3-685E-A5F5-7009FBE56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37" y="315462"/>
            <a:ext cx="4114800" cy="11576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FD0BDA-9EC2-6DDC-E333-2011233985AA}"/>
              </a:ext>
            </a:extLst>
          </p:cNvPr>
          <p:cNvSpPr/>
          <p:nvPr userDrawn="1"/>
        </p:nvSpPr>
        <p:spPr>
          <a:xfrm>
            <a:off x="15044" y="2209307"/>
            <a:ext cx="7753171" cy="45606"/>
          </a:xfrm>
          <a:prstGeom prst="rect">
            <a:avLst/>
          </a:prstGeom>
          <a:gradFill>
            <a:gsLst>
              <a:gs pos="0">
                <a:srgbClr val="0D1426"/>
              </a:gs>
              <a:gs pos="63700">
                <a:srgbClr val="26408B"/>
              </a:gs>
              <a:gs pos="34000">
                <a:srgbClr val="5FB1E3"/>
              </a:gs>
              <a:gs pos="100000">
                <a:srgbClr val="0D142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5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23AFAA-5D05-B28B-F534-36BDA605AB29}"/>
              </a:ext>
            </a:extLst>
          </p:cNvPr>
          <p:cNvSpPr txBox="1"/>
          <p:nvPr userDrawn="1"/>
        </p:nvSpPr>
        <p:spPr>
          <a:xfrm>
            <a:off x="1293605" y="1609663"/>
            <a:ext cx="2206991" cy="275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197" dirty="0">
                <a:solidFill>
                  <a:schemeClr val="bg1"/>
                </a:solidFill>
                <a:latin typeface="+mj-lt"/>
                <a:ea typeface="Roboto Condensed Light" panose="02000000000000000000" pitchFamily="2" charset="0"/>
                <a:cs typeface="Roboto Condensed Light" panose="02000000000000000000" pitchFamily="2" charset="0"/>
              </a:rPr>
              <a:t>A 100% Employee-owned Company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85DBA-0359-4465-074B-2146899AB1DE}"/>
              </a:ext>
            </a:extLst>
          </p:cNvPr>
          <p:cNvSpPr txBox="1"/>
          <p:nvPr userDrawn="1"/>
        </p:nvSpPr>
        <p:spPr>
          <a:xfrm>
            <a:off x="1293605" y="5045007"/>
            <a:ext cx="5696790" cy="559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793" spc="1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EXCELLENCE LIVES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A1DD95-844A-DA9B-5495-0E4BB259F021}"/>
              </a:ext>
            </a:extLst>
          </p:cNvPr>
          <p:cNvSpPr txBox="1"/>
          <p:nvPr userDrawn="1"/>
        </p:nvSpPr>
        <p:spPr>
          <a:xfrm>
            <a:off x="3961541" y="5951349"/>
            <a:ext cx="4238757" cy="61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2114">
              <a:defRPr/>
            </a:pPr>
            <a:r>
              <a:rPr lang="en-US" sz="1397" dirty="0">
                <a:solidFill>
                  <a:schemeClr val="bg1"/>
                </a:solidFill>
                <a:latin typeface="Open Sans"/>
              </a:rPr>
              <a:t>The content in this briefing is </a:t>
            </a:r>
          </a:p>
          <a:p>
            <a:pPr algn="ctr" defTabSz="912114">
              <a:defRPr/>
            </a:pPr>
            <a:r>
              <a:rPr lang="en-US" sz="1995" b="1" dirty="0">
                <a:solidFill>
                  <a:srgbClr val="00B050"/>
                </a:solidFill>
                <a:latin typeface="Open Sans"/>
              </a:rPr>
              <a:t>UNCLASSIFIED</a:t>
            </a:r>
            <a:endParaRPr lang="en-US" sz="1795" b="1" dirty="0">
              <a:solidFill>
                <a:srgbClr val="00B050"/>
              </a:solidFill>
              <a:latin typeface="Open Sans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6DB4348-E857-8D2B-5F17-84E539C0A498}"/>
              </a:ext>
            </a:extLst>
          </p:cNvPr>
          <p:cNvSpPr txBox="1">
            <a:spLocks/>
          </p:cNvSpPr>
          <p:nvPr userDrawn="1"/>
        </p:nvSpPr>
        <p:spPr>
          <a:xfrm>
            <a:off x="8957569" y="6561899"/>
            <a:ext cx="2531882" cy="309418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 baseline="0">
                <a:solidFill>
                  <a:srgbClr val="0F578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FFFF00"/>
                </a:solidFill>
                <a:latin typeface="Aptos Narrow" panose="020B0004020202020204" pitchFamily="34" charset="0"/>
              </a:rPr>
              <a:t>EPSILONC5I.COM</a:t>
            </a: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97E136C5-BBDE-1750-0752-A3A9EC51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00" y="2391415"/>
            <a:ext cx="7573158" cy="207517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F7942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488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7F7C3C-0EF0-4DBE-8C01-A27BBA142F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61838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ADF5407-9DE8-0721-A998-6DE35C25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3657600"/>
            <a:ext cx="10527049" cy="1270589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966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ships in the water&#10;&#10;AI-generated content may be incorrect.">
            <a:extLst>
              <a:ext uri="{FF2B5EF4-FFF2-40B4-BE49-F238E27FC236}">
                <a16:creationId xmlns:a16="http://schemas.microsoft.com/office/drawing/2014/main" id="{F51E3234-D80F-3F0B-58A4-C6E9F244D2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1838" cy="59237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672CC2-C3DF-C775-7E33-622B096CC356}"/>
              </a:ext>
            </a:extLst>
          </p:cNvPr>
          <p:cNvSpPr/>
          <p:nvPr userDrawn="1"/>
        </p:nvSpPr>
        <p:spPr>
          <a:xfrm>
            <a:off x="0" y="5608320"/>
            <a:ext cx="12161838" cy="1249680"/>
          </a:xfrm>
          <a:prstGeom prst="rect">
            <a:avLst/>
          </a:prstGeom>
          <a:solidFill>
            <a:srgbClr val="1527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DF5407-9DE8-0721-A998-6DE35C25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5751576"/>
            <a:ext cx="10527049" cy="950751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6532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E3234-D80F-3F0B-58A4-C6E9F244D2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90" y="0"/>
            <a:ext cx="12122857" cy="59237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672CC2-C3DF-C775-7E33-622B096CC356}"/>
              </a:ext>
            </a:extLst>
          </p:cNvPr>
          <p:cNvSpPr/>
          <p:nvPr userDrawn="1"/>
        </p:nvSpPr>
        <p:spPr>
          <a:xfrm>
            <a:off x="0" y="5608320"/>
            <a:ext cx="12161838" cy="1249680"/>
          </a:xfrm>
          <a:prstGeom prst="rect">
            <a:avLst/>
          </a:prstGeom>
          <a:solidFill>
            <a:srgbClr val="1527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DF5407-9DE8-0721-A998-6DE35C25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5751576"/>
            <a:ext cx="10527049" cy="950751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4332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E3234-D80F-3F0B-58A4-C6E9F244D2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8952" cy="59560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672CC2-C3DF-C775-7E33-622B096CC356}"/>
              </a:ext>
            </a:extLst>
          </p:cNvPr>
          <p:cNvSpPr/>
          <p:nvPr userDrawn="1"/>
        </p:nvSpPr>
        <p:spPr>
          <a:xfrm>
            <a:off x="0" y="5608320"/>
            <a:ext cx="12161838" cy="1249680"/>
          </a:xfrm>
          <a:prstGeom prst="rect">
            <a:avLst/>
          </a:prstGeom>
          <a:solidFill>
            <a:srgbClr val="1527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DF5407-9DE8-0721-A998-6DE35C25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5751576"/>
            <a:ext cx="10527049" cy="950751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4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E3234-D80F-3F0B-58A4-C6E9F244D2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491" y="0"/>
            <a:ext cx="12122855" cy="59237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672CC2-C3DF-C775-7E33-622B096CC356}"/>
              </a:ext>
            </a:extLst>
          </p:cNvPr>
          <p:cNvSpPr/>
          <p:nvPr userDrawn="1"/>
        </p:nvSpPr>
        <p:spPr>
          <a:xfrm>
            <a:off x="0" y="5608320"/>
            <a:ext cx="12161838" cy="1249680"/>
          </a:xfrm>
          <a:prstGeom prst="rect">
            <a:avLst/>
          </a:prstGeom>
          <a:solidFill>
            <a:srgbClr val="1527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DF5407-9DE8-0721-A998-6DE35C25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5751576"/>
            <a:ext cx="10527049" cy="950751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820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E3234-D80F-3F0B-58A4-C6E9F244D2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1"/>
            <a:ext cx="12161520" cy="59426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672CC2-C3DF-C775-7E33-622B096CC356}"/>
              </a:ext>
            </a:extLst>
          </p:cNvPr>
          <p:cNvSpPr/>
          <p:nvPr userDrawn="1"/>
        </p:nvSpPr>
        <p:spPr>
          <a:xfrm>
            <a:off x="0" y="5608320"/>
            <a:ext cx="12161838" cy="1249680"/>
          </a:xfrm>
          <a:prstGeom prst="rect">
            <a:avLst/>
          </a:prstGeom>
          <a:solidFill>
            <a:srgbClr val="1527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DF5407-9DE8-0721-A998-6DE35C25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5751576"/>
            <a:ext cx="10527049" cy="950751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2336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22813" y="6548582"/>
            <a:ext cx="439025" cy="309418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rgbClr val="005696"/>
                </a:solidFill>
                <a:latin typeface="+mj-lt"/>
              </a:defRPr>
            </a:lvl1pPr>
          </a:lstStyle>
          <a:p>
            <a:fld id="{9EA51DAC-3F90-4AAD-A1AF-FE7171D4A5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8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/PROP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22813" y="6548582"/>
            <a:ext cx="439025" cy="309418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rgbClr val="005696"/>
                </a:solidFill>
                <a:latin typeface="+mj-lt"/>
              </a:defRPr>
            </a:lvl1pPr>
          </a:lstStyle>
          <a:p>
            <a:fld id="{9EA51DAC-3F90-4AAD-A1AF-FE7171D4A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ADE94-C0B4-96DF-2DF0-F6FD864F1CA1}"/>
              </a:ext>
            </a:extLst>
          </p:cNvPr>
          <p:cNvSpPr txBox="1">
            <a:spLocks/>
          </p:cNvSpPr>
          <p:nvPr userDrawn="1"/>
        </p:nvSpPr>
        <p:spPr>
          <a:xfrm>
            <a:off x="420802" y="6549124"/>
            <a:ext cx="8405283" cy="3094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Company Proprietary - The information contained in this presentation is not to be copied, distributed, or used in any other way without the prior written authorization of Epsilon Systems Solutions, Inc.</a:t>
            </a:r>
          </a:p>
        </p:txBody>
      </p:sp>
    </p:spTree>
    <p:extLst>
      <p:ext uri="{BB962C8B-B14F-4D97-AF65-F5344CB8AC3E}">
        <p14:creationId xmlns:p14="http://schemas.microsoft.com/office/powerpoint/2010/main" val="421179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802" y="1415824"/>
            <a:ext cx="11393244" cy="496021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21947" y="6548582"/>
            <a:ext cx="439891" cy="30941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9EA51DAC-3F90-4AAD-A1AF-FE7171D4A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A1FFA2-9A98-4FB3-835D-2A045129F7E2}"/>
              </a:ext>
            </a:extLst>
          </p:cNvPr>
          <p:cNvSpPr/>
          <p:nvPr userDrawn="1"/>
        </p:nvSpPr>
        <p:spPr>
          <a:xfrm>
            <a:off x="0" y="827905"/>
            <a:ext cx="12161838" cy="45989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53D87B3-AF54-49EC-B75A-310AD499219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16702" y="790313"/>
            <a:ext cx="11201400" cy="431699"/>
          </a:xfrm>
        </p:spPr>
        <p:txBody>
          <a:bodyPr anchor="b">
            <a:noAutofit/>
          </a:bodyPr>
          <a:lstStyle>
            <a:lvl1pPr marL="0" indent="0">
              <a:buNone/>
              <a:defRPr sz="2000" b="0" i="1">
                <a:solidFill>
                  <a:srgbClr val="0F578E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729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0801" y="228601"/>
            <a:ext cx="11393243" cy="54428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697" y="870857"/>
            <a:ext cx="5577840" cy="552994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7472" y="870857"/>
            <a:ext cx="5577840" cy="552994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8C2969-277B-7EA2-FF7A-5D470FDBE3FF}"/>
              </a:ext>
            </a:extLst>
          </p:cNvPr>
          <p:cNvSpPr txBox="1">
            <a:spLocks/>
          </p:cNvSpPr>
          <p:nvPr userDrawn="1"/>
        </p:nvSpPr>
        <p:spPr>
          <a:xfrm>
            <a:off x="11721947" y="6548582"/>
            <a:ext cx="439891" cy="3094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005696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51DAC-3F90-4AAD-A1AF-FE7171D4A5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53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6701" y="948730"/>
            <a:ext cx="5577840" cy="864629"/>
          </a:xfrm>
        </p:spPr>
        <p:txBody>
          <a:bodyPr anchor="ctr">
            <a:normAutofit/>
          </a:bodyPr>
          <a:lstStyle>
            <a:lvl1pPr marL="0" indent="0">
              <a:buNone/>
              <a:defRPr sz="2400" b="0" i="1">
                <a:solidFill>
                  <a:srgbClr val="11568C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701" y="1813358"/>
            <a:ext cx="5577840" cy="46193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206" y="948730"/>
            <a:ext cx="5577840" cy="86462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00" b="0" i="1" kern="1200" dirty="0">
                <a:solidFill>
                  <a:srgbClr val="11568C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rgbClr val="DD5000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206" y="1813359"/>
            <a:ext cx="5577840" cy="4619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72775" y="6548582"/>
            <a:ext cx="551729" cy="30941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9EA51DAC-3F90-4AAD-A1AF-FE7171D4A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683500F-5797-71B8-1FEE-EB0D847E4DAE}"/>
              </a:ext>
            </a:extLst>
          </p:cNvPr>
          <p:cNvSpPr txBox="1">
            <a:spLocks/>
          </p:cNvSpPr>
          <p:nvPr userDrawn="1"/>
        </p:nvSpPr>
        <p:spPr>
          <a:xfrm>
            <a:off x="11722813" y="6548582"/>
            <a:ext cx="439025" cy="3094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005696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51DAC-3F90-4AAD-A1AF-FE7171D4A5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14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EA7660-8A1C-4FFA-A715-D764638D8EFC}"/>
              </a:ext>
            </a:extLst>
          </p:cNvPr>
          <p:cNvSpPr/>
          <p:nvPr userDrawn="1"/>
        </p:nvSpPr>
        <p:spPr>
          <a:xfrm>
            <a:off x="0" y="833881"/>
            <a:ext cx="12161838" cy="45989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6702" y="1316081"/>
            <a:ext cx="5577840" cy="858793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>
                <a:solidFill>
                  <a:srgbClr val="11568C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rgbClr val="DD5000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702" y="2174875"/>
            <a:ext cx="5577840" cy="423655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76" y="1316081"/>
            <a:ext cx="5577840" cy="85879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400" b="0" i="1" kern="1200" dirty="0">
                <a:solidFill>
                  <a:srgbClr val="11568C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rgbClr val="DD5000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76" y="2174874"/>
            <a:ext cx="5577840" cy="4236557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62C5D39-ED7D-4F4A-8C36-2AEBABEBA82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16702" y="811579"/>
            <a:ext cx="11201400" cy="459898"/>
          </a:xfrm>
        </p:spPr>
        <p:txBody>
          <a:bodyPr anchor="b">
            <a:noAutofit/>
          </a:bodyPr>
          <a:lstStyle>
            <a:lvl1pPr marL="0" indent="0">
              <a:buNone/>
              <a:defRPr sz="2400" b="0" i="1">
                <a:solidFill>
                  <a:srgbClr val="0F578E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7E3832-EED6-9E77-972D-1B09F8D3D1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722813" y="6548582"/>
            <a:ext cx="439025" cy="309418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rgbClr val="005696"/>
                </a:solidFill>
                <a:latin typeface="+mj-lt"/>
              </a:defRPr>
            </a:lvl1pPr>
          </a:lstStyle>
          <a:p>
            <a:fld id="{9EA51DAC-3F90-4AAD-A1AF-FE7171D4A5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19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DAB38EF-132C-50AA-DE5C-7A8D09065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2813" y="6548582"/>
            <a:ext cx="439025" cy="309418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rgbClr val="005696"/>
                </a:solidFill>
                <a:latin typeface="+mj-lt"/>
              </a:defRPr>
            </a:lvl1pPr>
          </a:lstStyle>
          <a:p>
            <a:fld id="{9EA51DAC-3F90-4AAD-A1AF-FE7171D4A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3"/>
          <p:cNvSpPr txBox="1">
            <a:spLocks/>
          </p:cNvSpPr>
          <p:nvPr userDrawn="1"/>
        </p:nvSpPr>
        <p:spPr>
          <a:xfrm>
            <a:off x="420802" y="6549124"/>
            <a:ext cx="8405283" cy="3094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Company Proprietary - The information contained in this presentation is not to be copied, distributed, or used in any other way without the prior written authorization of Epsilon Systems Solutions, Inc.</a:t>
            </a:r>
          </a:p>
        </p:txBody>
      </p:sp>
    </p:spTree>
    <p:extLst>
      <p:ext uri="{BB962C8B-B14F-4D97-AF65-F5344CB8AC3E}">
        <p14:creationId xmlns:p14="http://schemas.microsoft.com/office/powerpoint/2010/main" val="3940207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167A2B-B45B-4CF2-809B-6B4ABB637A46}"/>
              </a:ext>
            </a:extLst>
          </p:cNvPr>
          <p:cNvSpPr/>
          <p:nvPr userDrawn="1"/>
        </p:nvSpPr>
        <p:spPr>
          <a:xfrm>
            <a:off x="0" y="0"/>
            <a:ext cx="12161838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1834EBF-ED0C-C7C8-65A0-3BAD62C60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77565" y="6548582"/>
            <a:ext cx="2344638" cy="309418"/>
          </a:xfrm>
          <a:prstGeom prst="rect">
            <a:avLst/>
          </a:prstGeom>
        </p:spPr>
        <p:txBody>
          <a:bodyPr anchor="ctr" anchorCtr="0"/>
          <a:lstStyle>
            <a:lvl1pPr algn="r">
              <a:defRPr sz="1000" b="0" spc="100" baseline="0">
                <a:solidFill>
                  <a:srgbClr val="0F578E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en-US" dirty="0"/>
              <a:t>EPSILONC5I.COM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1068D1-0D44-E8A8-C7CC-762913FF7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2813" y="6548582"/>
            <a:ext cx="439025" cy="309418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rgbClr val="005696"/>
                </a:solidFill>
                <a:latin typeface="+mj-lt"/>
              </a:defRPr>
            </a:lvl1pPr>
          </a:lstStyle>
          <a:p>
            <a:fld id="{9EA51DAC-3F90-4AAD-A1AF-FE7171D4A5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37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9C8E75-F683-4992-8E1A-C1637262EB7C}"/>
              </a:ext>
            </a:extLst>
          </p:cNvPr>
          <p:cNvSpPr/>
          <p:nvPr userDrawn="1"/>
        </p:nvSpPr>
        <p:spPr>
          <a:xfrm>
            <a:off x="0" y="4797846"/>
            <a:ext cx="12161838" cy="2060154"/>
          </a:xfrm>
          <a:prstGeom prst="rect">
            <a:avLst/>
          </a:prstGeom>
          <a:gradFill>
            <a:gsLst>
              <a:gs pos="0">
                <a:srgbClr val="D8D8D8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3AF635-3F8E-41C8-8541-C052356D73DF}"/>
              </a:ext>
            </a:extLst>
          </p:cNvPr>
          <p:cNvSpPr/>
          <p:nvPr userDrawn="1"/>
        </p:nvSpPr>
        <p:spPr>
          <a:xfrm>
            <a:off x="0" y="0"/>
            <a:ext cx="12161838" cy="479784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E9C334-0CAD-491B-BD6C-46FD8663A0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44004" y="5007498"/>
            <a:ext cx="2275395" cy="12014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A9A069-7E76-453A-82CE-5D37A7CC1485}"/>
              </a:ext>
            </a:extLst>
          </p:cNvPr>
          <p:cNvSpPr txBox="1"/>
          <p:nvPr userDrawn="1"/>
        </p:nvSpPr>
        <p:spPr>
          <a:xfrm>
            <a:off x="9628004" y="6363101"/>
            <a:ext cx="2117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A 100% Employee-Owned Company</a:t>
            </a:r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A49B4BC2-5AF1-42EF-ADCC-CDAC3001179B}"/>
              </a:ext>
            </a:extLst>
          </p:cNvPr>
          <p:cNvSpPr txBox="1">
            <a:spLocks/>
          </p:cNvSpPr>
          <p:nvPr userDrawn="1"/>
        </p:nvSpPr>
        <p:spPr>
          <a:xfrm>
            <a:off x="612646" y="1388124"/>
            <a:ext cx="4576300" cy="18287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defRPr>
            </a:lvl1pPr>
          </a:lstStyle>
          <a:p>
            <a:endParaRPr lang="en-US" sz="3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477D4-F06E-4099-907B-26FEFF58C789}"/>
              </a:ext>
            </a:extLst>
          </p:cNvPr>
          <p:cNvSpPr/>
          <p:nvPr userDrawn="1"/>
        </p:nvSpPr>
        <p:spPr>
          <a:xfrm>
            <a:off x="506776" y="1509312"/>
            <a:ext cx="85743" cy="1463040"/>
          </a:xfrm>
          <a:prstGeom prst="rect">
            <a:avLst/>
          </a:prstGeom>
          <a:solidFill>
            <a:srgbClr val="0F57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B915FA-8EE4-4FEB-8466-C241B07D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389888"/>
            <a:ext cx="7241569" cy="18288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0350DAD-E27E-41EC-67C1-7B7D4ABCDDDE}"/>
              </a:ext>
            </a:extLst>
          </p:cNvPr>
          <p:cNvSpPr txBox="1">
            <a:spLocks/>
          </p:cNvSpPr>
          <p:nvPr userDrawn="1"/>
        </p:nvSpPr>
        <p:spPr>
          <a:xfrm>
            <a:off x="420802" y="6549124"/>
            <a:ext cx="8405283" cy="3094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Company Proprietary - The information contained in this presentation is not to be copied, distributed, or used in any other way without the prior written authorization of Epsilon Systems Solutions, Inc.</a:t>
            </a:r>
          </a:p>
        </p:txBody>
      </p:sp>
    </p:spTree>
    <p:extLst>
      <p:ext uri="{BB962C8B-B14F-4D97-AF65-F5344CB8AC3E}">
        <p14:creationId xmlns:p14="http://schemas.microsoft.com/office/powerpoint/2010/main" val="3377936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3C0FFE8-D072-4DBA-8131-896FFF9753B0}"/>
              </a:ext>
            </a:extLst>
          </p:cNvPr>
          <p:cNvSpPr/>
          <p:nvPr userDrawn="1"/>
        </p:nvSpPr>
        <p:spPr>
          <a:xfrm>
            <a:off x="0" y="0"/>
            <a:ext cx="12161838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10000"/>
                  <a:lumOff val="90000"/>
                </a:schemeClr>
              </a:gs>
              <a:gs pos="57000">
                <a:schemeClr val="bg1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801" y="228601"/>
            <a:ext cx="11393243" cy="6042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802" y="878564"/>
            <a:ext cx="11393244" cy="5588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E9E068-01D7-4383-BA26-1CE2E59B83BB}"/>
              </a:ext>
            </a:extLst>
          </p:cNvPr>
          <p:cNvSpPr/>
          <p:nvPr userDrawn="1"/>
        </p:nvSpPr>
        <p:spPr>
          <a:xfrm>
            <a:off x="0" y="787125"/>
            <a:ext cx="12161838" cy="45719"/>
          </a:xfrm>
          <a:prstGeom prst="rect">
            <a:avLst/>
          </a:prstGeom>
          <a:gradFill>
            <a:gsLst>
              <a:gs pos="0">
                <a:schemeClr val="bg1"/>
              </a:gs>
              <a:gs pos="25000">
                <a:srgbClr val="26408B"/>
              </a:gs>
              <a:gs pos="42000">
                <a:srgbClr val="F7942A"/>
              </a:gs>
              <a:gs pos="9000">
                <a:srgbClr val="5FB1E3"/>
              </a:gs>
              <a:gs pos="61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3C02C03-F343-4040-BE32-616656117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2813" y="6548582"/>
            <a:ext cx="439025" cy="309418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rgbClr val="005696"/>
                </a:solidFill>
                <a:latin typeface="+mj-lt"/>
              </a:defRPr>
            </a:lvl1pPr>
          </a:lstStyle>
          <a:p>
            <a:fld id="{9EA51DAC-3F90-4AAD-A1AF-FE7171D4A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754A010-D523-D54F-6725-FB28632C5BDD}"/>
              </a:ext>
            </a:extLst>
          </p:cNvPr>
          <p:cNvSpPr txBox="1">
            <a:spLocks/>
          </p:cNvSpPr>
          <p:nvPr userDrawn="1"/>
        </p:nvSpPr>
        <p:spPr>
          <a:xfrm>
            <a:off x="8957569" y="6561899"/>
            <a:ext cx="2531882" cy="309418"/>
          </a:xfrm>
          <a:prstGeom prst="rect">
            <a:avLst/>
          </a:prstGeom>
        </p:spPr>
        <p:txBody>
          <a:bodyPr anchor="ctr" anchorCtr="0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 baseline="0">
                <a:solidFill>
                  <a:srgbClr val="0F578E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b="0" dirty="0">
                <a:latin typeface="Aptos Narrow" panose="020B0004020202020204" pitchFamily="34" charset="0"/>
              </a:rPr>
              <a:t>EPSILONC5I.COM</a:t>
            </a:r>
          </a:p>
        </p:txBody>
      </p:sp>
    </p:spTree>
    <p:extLst>
      <p:ext uri="{BB962C8B-B14F-4D97-AF65-F5344CB8AC3E}">
        <p14:creationId xmlns:p14="http://schemas.microsoft.com/office/powerpoint/2010/main" val="172664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50" r:id="rId8"/>
    <p:sldLayoutId id="2147483665" r:id="rId9"/>
    <p:sldLayoutId id="2147483656" r:id="rId10"/>
    <p:sldLayoutId id="2147483652" r:id="rId11"/>
    <p:sldLayoutId id="2147483653" r:id="rId12"/>
    <p:sldLayoutId id="2147483657" r:id="rId13"/>
    <p:sldLayoutId id="2147483654" r:id="rId14"/>
    <p:sldLayoutId id="2147483655" r:id="rId15"/>
    <p:sldLayoutId id="2147483664" r:id="rId16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kern="1200" cap="none" spc="0" baseline="0">
          <a:solidFill>
            <a:srgbClr val="152754"/>
          </a:solidFill>
          <a:latin typeface="Arial Narrow" panose="020B0606020202030204" pitchFamily="34" charset="0"/>
          <a:ea typeface="Roboto Condensed Light" panose="02000000000000000000" pitchFamily="2" charset="0"/>
          <a:cs typeface="Roboto Condensed Light" panose="02000000000000000000" pitchFamily="2" charset="0"/>
        </a:defRPr>
      </a:lvl1pPr>
    </p:titleStyle>
    <p:bodyStyle>
      <a:lvl1pPr marL="230188" indent="-230188" algn="l" defTabSz="914400" rtl="0" eaLnBrk="1" latinLnBrk="0" hangingPunct="1">
        <a:lnSpc>
          <a:spcPct val="100000"/>
        </a:lnSpc>
        <a:spcBef>
          <a:spcPts val="600"/>
        </a:spcBef>
        <a:buClr>
          <a:srgbClr val="DD500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Open Sans" panose="020B0606030504020204" pitchFamily="34" charset="0"/>
          <a:cs typeface="Arial" panose="020B0604020202020204" pitchFamily="34" charset="0"/>
        </a:defRPr>
      </a:lvl1pPr>
      <a:lvl2pPr marL="461963" indent="-227013" algn="l" defTabSz="914400" rtl="0" eaLnBrk="1" latinLnBrk="0" hangingPunct="1">
        <a:lnSpc>
          <a:spcPct val="100000"/>
        </a:lnSpc>
        <a:spcBef>
          <a:spcPts val="0"/>
        </a:spcBef>
        <a:buClr>
          <a:srgbClr val="DD5000"/>
        </a:buClr>
        <a:buFont typeface="Open Sans" panose="020B0606030504020204" pitchFamily="34" charset="0"/>
        <a:buChar char="-"/>
        <a:defRPr sz="2000" kern="1200">
          <a:solidFill>
            <a:schemeClr val="tx1"/>
          </a:solidFill>
          <a:latin typeface="+mn-lt"/>
          <a:ea typeface="Open Sans" panose="020B0606030504020204" pitchFamily="34" charset="0"/>
          <a:cs typeface="Arial" panose="020B0604020202020204" pitchFamily="34" charset="0"/>
        </a:defRPr>
      </a:lvl2pPr>
      <a:lvl3pPr marL="682625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DD50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Open Sans" panose="020B0606030504020204" pitchFamily="34" charset="0"/>
          <a:cs typeface="Arial" panose="020B0604020202020204" pitchFamily="34" charset="0"/>
        </a:defRPr>
      </a:lvl3pPr>
      <a:lvl4pPr marL="915988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F578E"/>
        </a:buClr>
        <a:buFont typeface="Open Sans" panose="020B0606030504020204" pitchFamily="34" charset="0"/>
        <a:buChar char="-"/>
        <a:defRPr sz="1600" kern="1200">
          <a:solidFill>
            <a:schemeClr val="tx1"/>
          </a:solidFill>
          <a:latin typeface="+mn-lt"/>
          <a:ea typeface="Open Sans" panose="020B0606030504020204" pitchFamily="34" charset="0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F578E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Open Sans" panose="020B0606030504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0" userDrawn="1">
          <p15:clr>
            <a:srgbClr val="F26B43"/>
          </p15:clr>
        </p15:guide>
        <p15:guide id="3" pos="3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3A7E-B63D-5CD0-CB66-5DF888A29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br>
              <a:rPr lang="en-US" dirty="0"/>
            </a:br>
            <a:r>
              <a:rPr lang="en-US" sz="2400" dirty="0"/>
              <a:t>Author</a:t>
            </a:r>
            <a:br>
              <a:rPr lang="en-US" sz="2400" dirty="0"/>
            </a:br>
            <a:r>
              <a:rPr lang="en-US" sz="240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40137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021F5D-47E1-48FC-B2A7-822E9E50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1.0 Overview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8C3079-D06C-4CA1-A549-B69C5D6512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09388" y="6548438"/>
            <a:ext cx="552450" cy="309562"/>
          </a:xfrm>
        </p:spPr>
        <p:txBody>
          <a:bodyPr/>
          <a:lstStyle/>
          <a:p>
            <a:fld id="{9EA51DAC-3F90-4AAD-A1AF-FE7171D4A5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8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1.A Quad Chart (From Salesforce)</a:t>
            </a:r>
          </a:p>
        </p:txBody>
      </p:sp>
      <p:cxnSp>
        <p:nvCxnSpPr>
          <p:cNvPr id="5" name="Straight Connector 4"/>
          <p:cNvCxnSpPr>
            <a:cxnSpLocks/>
          </p:cNvCxnSpPr>
          <p:nvPr/>
        </p:nvCxnSpPr>
        <p:spPr>
          <a:xfrm>
            <a:off x="6080919" y="832845"/>
            <a:ext cx="0" cy="5475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291173" y="3695699"/>
            <a:ext cx="115228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1176" y="922320"/>
            <a:ext cx="5657313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u="sng" dirty="0">
                <a:solidFill>
                  <a:srgbClr val="000000"/>
                </a:solidFill>
              </a:rPr>
              <a:t>Opportunity Overview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RFP #</a:t>
            </a:r>
            <a:r>
              <a:rPr lang="en-US" sz="1000" b="1" dirty="0">
                <a:solidFill>
                  <a:srgbClr val="FF0000"/>
                </a:solidFill>
              </a:rPr>
              <a:t>/Due Date</a:t>
            </a:r>
            <a:r>
              <a:rPr lang="en-US" sz="1000" b="1" dirty="0">
                <a:solidFill>
                  <a:srgbClr val="000000"/>
                </a:solidFill>
              </a:rPr>
              <a:t> - 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Opp. Title –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Code Name –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Strategy –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Incumbent – 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Organization – 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Value</a:t>
            </a:r>
            <a:r>
              <a:rPr lang="en-US" sz="1000" b="1" dirty="0">
                <a:solidFill>
                  <a:srgbClr val="FF0000"/>
                </a:solidFill>
              </a:rPr>
              <a:t>/Fee</a:t>
            </a:r>
            <a:r>
              <a:rPr lang="en-US" sz="1000" b="1" dirty="0">
                <a:solidFill>
                  <a:srgbClr val="000000"/>
                </a:solidFill>
              </a:rPr>
              <a:t> – 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POP – 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Contract</a:t>
            </a:r>
            <a:r>
              <a:rPr lang="en-US" sz="1000" b="1" dirty="0">
                <a:solidFill>
                  <a:srgbClr val="FF0000"/>
                </a:solidFill>
              </a:rPr>
              <a:t>/Fee</a:t>
            </a:r>
            <a:r>
              <a:rPr lang="en-US" sz="1000" b="1" dirty="0">
                <a:solidFill>
                  <a:srgbClr val="000000"/>
                </a:solidFill>
              </a:rPr>
              <a:t> Type –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Competition Type –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Contract Vehicle –</a:t>
            </a:r>
          </a:p>
          <a:p>
            <a:pPr lvl="0"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Current Contract End Date –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712" y="922320"/>
            <a:ext cx="5717334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u="sng" dirty="0">
                <a:solidFill>
                  <a:srgbClr val="000000"/>
                </a:solidFill>
              </a:rPr>
              <a:t>Assessment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CORPEX: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Past Performance: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Pricing: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Customer Relationship: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Brand: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Place of Performance: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/>
            </a:pPr>
            <a:r>
              <a:rPr lang="en-US" sz="1000" b="1" dirty="0">
                <a:solidFill>
                  <a:srgbClr val="000000"/>
                </a:solidFill>
              </a:rPr>
              <a:t>Notes: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3403" y="3753880"/>
            <a:ext cx="5690639" cy="1502976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b="1" u="sng" dirty="0"/>
              <a:t>Teaming Overview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b="1" dirty="0"/>
              <a:t>My Team Prime: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b="1" dirty="0"/>
              <a:t>Team Members: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b="1" dirty="0"/>
              <a:t>Competition: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b="1" dirty="0"/>
              <a:t>Contracting POC: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b="1" dirty="0"/>
              <a:t>INPUT Id: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b="1" dirty="0"/>
              <a:t>Epsilon Value</a:t>
            </a:r>
            <a:r>
              <a:rPr lang="en-US" sz="1000" b="1" dirty="0">
                <a:solidFill>
                  <a:srgbClr val="FF0000"/>
                </a:solidFill>
              </a:rPr>
              <a:t>/ROS</a:t>
            </a:r>
            <a:r>
              <a:rPr lang="en-US" sz="1000" b="1" dirty="0"/>
              <a:t>: 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000" b="1" dirty="0"/>
              <a:t>Start Date:</a:t>
            </a:r>
          </a:p>
        </p:txBody>
      </p:sp>
      <p:sp>
        <p:nvSpPr>
          <p:cNvPr id="2" name="Rectangle 1"/>
          <p:cNvSpPr/>
          <p:nvPr/>
        </p:nvSpPr>
        <p:spPr>
          <a:xfrm>
            <a:off x="207293" y="3740005"/>
            <a:ext cx="57411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u="sng" dirty="0"/>
              <a:t>SOW</a:t>
            </a:r>
          </a:p>
          <a:p>
            <a:endParaRPr lang="en-US" sz="1000" b="1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7A53D75-D322-C5B9-63AA-09913B6B9531}"/>
              </a:ext>
            </a:extLst>
          </p:cNvPr>
          <p:cNvSpPr txBox="1">
            <a:spLocks/>
          </p:cNvSpPr>
          <p:nvPr/>
        </p:nvSpPr>
        <p:spPr>
          <a:xfrm>
            <a:off x="11722813" y="6548582"/>
            <a:ext cx="439025" cy="3094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005696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51DAC-3F90-4AAD-A1AF-FE7171D4A59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467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2.0 Summary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722100" y="6548438"/>
            <a:ext cx="439738" cy="309562"/>
          </a:xfrm>
        </p:spPr>
        <p:txBody>
          <a:bodyPr/>
          <a:lstStyle/>
          <a:p>
            <a:pPr algn="l"/>
            <a:fld id="{CD8E237F-36FD-482E-9E23-58BE19B30335}" type="slidenum">
              <a:rPr lang="en-US" dirty="0" smtClean="0"/>
              <a:pPr algn="l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241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4BBAEA-69B3-4495-8A92-DBCA44474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02" y="1099392"/>
            <a:ext cx="11393244" cy="5101383"/>
          </a:xfrm>
        </p:spPr>
        <p:txBody>
          <a:bodyPr/>
          <a:lstStyle/>
          <a:p>
            <a:r>
              <a:rPr lang="en-US" dirty="0"/>
              <a:t>Identify upcoming key events</a:t>
            </a:r>
          </a:p>
          <a:p>
            <a:r>
              <a:rPr lang="en-US" dirty="0"/>
              <a:t>Identify or recap issues requiring assistance. Examples include:</a:t>
            </a:r>
          </a:p>
          <a:p>
            <a:r>
              <a:rPr lang="en-US" dirty="0"/>
              <a:t>Customer Visits</a:t>
            </a:r>
          </a:p>
          <a:p>
            <a:r>
              <a:rPr lang="en-US" dirty="0"/>
              <a:t>Approval of funding</a:t>
            </a:r>
          </a:p>
          <a:p>
            <a:r>
              <a:rPr lang="en-US" dirty="0"/>
              <a:t>Assignment of staff</a:t>
            </a:r>
          </a:p>
          <a:p>
            <a:r>
              <a:rPr lang="en-US" dirty="0"/>
              <a:t>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D6D21-9118-483D-B1EC-59631E4514B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2847710A-A45F-48C8-B904-F2B5AC0446FA}"/>
              </a:ext>
            </a:extLst>
          </p:cNvPr>
          <p:cNvSpPr txBox="1">
            <a:spLocks/>
          </p:cNvSpPr>
          <p:nvPr/>
        </p:nvSpPr>
        <p:spPr>
          <a:xfrm>
            <a:off x="384298" y="5348688"/>
            <a:ext cx="5696622" cy="960597"/>
          </a:xfrm>
          <a:prstGeom prst="rect">
            <a:avLst/>
          </a:prstGeom>
        </p:spPr>
        <p:txBody>
          <a:bodyPr/>
          <a:lstStyle>
            <a:lvl1pPr marL="230188" indent="-230188" algn="l" defTabSz="914400" rtl="0" eaLnBrk="1" latinLnBrk="0" hangingPunct="1">
              <a:spcBef>
                <a:spcPts val="1200"/>
              </a:spcBef>
              <a:buClr>
                <a:srgbClr val="0F578E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61963" indent="-227013" algn="l" defTabSz="914400" rtl="0" eaLnBrk="1" latinLnBrk="0" hangingPunct="1">
              <a:spcBef>
                <a:spcPts val="600"/>
              </a:spcBef>
              <a:buClr>
                <a:srgbClr val="0F578E"/>
              </a:buClr>
              <a:buFont typeface="Open Sans" panose="020B0606030504020204" pitchFamily="34" charset="0"/>
              <a:buChar char="-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82625" indent="-228600" algn="l" defTabSz="914400" rtl="0" eaLnBrk="1" latinLnBrk="0" hangingPunct="1">
              <a:spcBef>
                <a:spcPts val="600"/>
              </a:spcBef>
              <a:buClr>
                <a:srgbClr val="0F578E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915988" indent="-228600" algn="l" defTabSz="914400" rtl="0" eaLnBrk="1" latinLnBrk="0" hangingPunct="1">
              <a:spcBef>
                <a:spcPts val="600"/>
              </a:spcBef>
              <a:buClr>
                <a:srgbClr val="0F578E"/>
              </a:buClr>
              <a:buFont typeface="Open Sans" panose="020B0606030504020204" pitchFamily="34" charset="0"/>
              <a:buChar char="-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143000" indent="-228600" algn="l" defTabSz="914400" rtl="0" eaLnBrk="1" latinLnBrk="0" hangingPunct="1">
              <a:spcBef>
                <a:spcPts val="600"/>
              </a:spcBef>
              <a:buClr>
                <a:srgbClr val="0F578E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sz="1800" i="1">
              <a:solidFill>
                <a:srgbClr val="0F578E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F2919-A97C-FFB7-98BE-03075F2B3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5" y="5753436"/>
            <a:ext cx="5176042" cy="1104563"/>
          </a:xfrm>
        </p:spPr>
        <p:txBody>
          <a:bodyPr/>
          <a:lstStyle/>
          <a:p>
            <a:r>
              <a:rPr lang="en-US" dirty="0"/>
              <a:t>Thank you. </a:t>
            </a:r>
          </a:p>
        </p:txBody>
      </p:sp>
      <p:pic>
        <p:nvPicPr>
          <p:cNvPr id="5" name="Picture 4" descr="Logo&#10;&#10;AI-generated content may be incorrect.">
            <a:extLst>
              <a:ext uri="{FF2B5EF4-FFF2-40B4-BE49-F238E27FC236}">
                <a16:creationId xmlns:a16="http://schemas.microsoft.com/office/drawing/2014/main" id="{A112DF42-E80D-3501-B255-0140BB9DD1C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275" y="5681250"/>
            <a:ext cx="3657600" cy="102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43668"/>
      </p:ext>
    </p:extLst>
  </p:cSld>
  <p:clrMapOvr>
    <a:masterClrMapping/>
  </p:clrMapOvr>
</p:sld>
</file>

<file path=ppt/theme/theme1.xml><?xml version="1.0" encoding="utf-8"?>
<a:theme xmlns:a="http://schemas.openxmlformats.org/drawingml/2006/main" name="Epsilon Template 1">
  <a:themeElements>
    <a:clrScheme name="Epsilon 2018">
      <a:dk1>
        <a:srgbClr val="000000"/>
      </a:dk1>
      <a:lt1>
        <a:srgbClr val="FFFFFF"/>
      </a:lt1>
      <a:dk2>
        <a:srgbClr val="3D3D3D"/>
      </a:dk2>
      <a:lt2>
        <a:srgbClr val="F4F4F4"/>
      </a:lt2>
      <a:accent1>
        <a:srgbClr val="11568C"/>
      </a:accent1>
      <a:accent2>
        <a:srgbClr val="FFBA00"/>
      </a:accent2>
      <a:accent3>
        <a:srgbClr val="00ABFE"/>
      </a:accent3>
      <a:accent4>
        <a:srgbClr val="71A1C6"/>
      </a:accent4>
      <a:accent5>
        <a:srgbClr val="252A3B"/>
      </a:accent5>
      <a:accent6>
        <a:srgbClr val="B51919"/>
      </a:accent6>
      <a:hlink>
        <a:srgbClr val="CC9900"/>
      </a:hlink>
      <a:folHlink>
        <a:srgbClr val="969696"/>
      </a:folHlink>
    </a:clrScheme>
    <a:fontScheme name="Epsilon Systems">
      <a:majorFont>
        <a:latin typeface="Arial Narrow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 xmlns="f7d6748b-a306-4116-a69e-03d0d4dc3b08" xsi:nil="true"/>
    <MigrationWizIdDocumentLibraryPermissions xmlns="f7d6748b-a306-4116-a69e-03d0d4dc3b08" xsi:nil="true"/>
    <MigrationWizIdPermissions xmlns="f7d6748b-a306-4116-a69e-03d0d4dc3b08" xsi:nil="true"/>
    <MigrationWizIdSecurityGroups xmlns="f7d6748b-a306-4116-a69e-03d0d4dc3b08" xsi:nil="true"/>
    <MigrationWizIdPermissionLevels xmlns="f7d6748b-a306-4116-a69e-03d0d4dc3b08" xsi:nil="true"/>
    <MigrationWizId xmlns="f7d6748b-a306-4116-a69e-03d0d4dc3b08" xsi:nil="true"/>
    <lcf76f155ced4ddcb4097134ff3c332f xmlns="f7d6748b-a306-4116-a69e-03d0d4dc3b08">
      <Terms xmlns="http://schemas.microsoft.com/office/infopath/2007/PartnerControls"/>
    </lcf76f155ced4ddcb4097134ff3c332f>
    <TaxCatchAll xmlns="696ba6e9-29e8-47f9-b175-06379eed6e4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E2917B12CD846984B8194069F289E" ma:contentTypeVersion="20" ma:contentTypeDescription="Create a new document." ma:contentTypeScope="" ma:versionID="653b4046a5a8a32aecd122d05dc2f6da">
  <xsd:schema xmlns:xsd="http://www.w3.org/2001/XMLSchema" xmlns:xs="http://www.w3.org/2001/XMLSchema" xmlns:p="http://schemas.microsoft.com/office/2006/metadata/properties" xmlns:ns2="f7d6748b-a306-4116-a69e-03d0d4dc3b08" xmlns:ns3="696ba6e9-29e8-47f9-b175-06379eed6e48" targetNamespace="http://schemas.microsoft.com/office/2006/metadata/properties" ma:root="true" ma:fieldsID="b2c8f810b0c53518ddc5812d1a3f6c1a" ns2:_="" ns3:_="">
    <xsd:import namespace="f7d6748b-a306-4116-a69e-03d0d4dc3b08"/>
    <xsd:import namespace="696ba6e9-29e8-47f9-b175-06379eed6e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Notes" minOccurs="0"/>
                <xsd:element ref="ns2:MediaServiceSearchProperties" minOccurs="0"/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d6748b-a306-4116-a69e-03d0d4dc3b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Notes" ma:index="7" nillable="true" ma:displayName="Notes" ma:internalName="Notes0" ma:readOnly="false">
      <xsd:simpleType>
        <xsd:restriction base="dms:Text">
          <xsd:maxLength value="255"/>
        </xsd:restriction>
      </xsd:simpleType>
    </xsd:element>
    <xsd:element name="MediaServiceSearchProperties" ma:index="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igrationWizId" ma:index="12" nillable="true" ma:displayName="MigrationWizId" ma:internalName="MigrationWizId">
      <xsd:simpleType>
        <xsd:restriction base="dms:Text"/>
      </xsd:simpleType>
    </xsd:element>
    <xsd:element name="MigrationWizIdPermissions" ma:index="13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4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5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6" nillable="true" ma:displayName="MigrationWizIdSecurityGroups" ma:internalName="MigrationWizIdSecurityGroups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a9cc39-26e9-4049-b1fc-f50eeba7a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6ba6e9-29e8-47f9-b175-06379eed6e4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25e27d50-898c-44ef-9757-551d1f9a1479}" ma:internalName="TaxCatchAll" ma:showField="CatchAllData" ma:web="696ba6e9-29e8-47f9-b175-06379eed6e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03AAF8-B8DE-4CE9-B9E7-7D82F3D9F9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FEA402-FF83-4565-B7F3-710ECA69978D}">
  <ds:schemaRefs>
    <ds:schemaRef ds:uri="696ba6e9-29e8-47f9-b175-06379eed6e48"/>
    <ds:schemaRef ds:uri="f7d6748b-a306-4116-a69e-03d0d4dc3b0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FC83993-4B46-4FF0-A585-62104296C0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d6748b-a306-4116-a69e-03d0d4dc3b08"/>
    <ds:schemaRef ds:uri="696ba6e9-29e8-47f9-b175-06379eed6e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1607</TotalTime>
  <Words>138</Words>
  <Application>Microsoft Office PowerPoint</Application>
  <PresentationFormat>Custom</PresentationFormat>
  <Paragraphs>47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Aptos</vt:lpstr>
      <vt:lpstr>Aptos Narrow</vt:lpstr>
      <vt:lpstr>Arial</vt:lpstr>
      <vt:lpstr>Arial Narrow</vt:lpstr>
      <vt:lpstr>Calibri</vt:lpstr>
      <vt:lpstr>Open Sans</vt:lpstr>
      <vt:lpstr>Roboto Condensed</vt:lpstr>
      <vt:lpstr>Roboto Condensed Light</vt:lpstr>
      <vt:lpstr>Wingdings</vt:lpstr>
      <vt:lpstr>Epsilon Template 1</vt:lpstr>
      <vt:lpstr>Title Author Date</vt:lpstr>
      <vt:lpstr>1.0 Overview</vt:lpstr>
      <vt:lpstr>1.A Quad Chart (From Salesforce)</vt:lpstr>
      <vt:lpstr>2.0 Summary</vt:lpstr>
      <vt:lpstr>Summary</vt:lpstr>
      <vt:lpstr>Thank you.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Kirsten Chandler</dc:creator>
  <cp:lastModifiedBy>Amber Iler</cp:lastModifiedBy>
  <cp:revision>4</cp:revision>
  <cp:lastPrinted>2018-02-22T00:13:47Z</cp:lastPrinted>
  <dcterms:created xsi:type="dcterms:W3CDTF">2018-03-22T17:44:01Z</dcterms:created>
  <dcterms:modified xsi:type="dcterms:W3CDTF">2026-04-17T20:27:21Z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0x01010072FE2917B12CD846984B8194069F289E</vt:lpwstr>
  </property>
  <property fmtid="{D5CDD505-2E9C-101B-9397-08002B2CF9AE}" pid="3" name="MediaServiceImageTags">
    <vt:lpwstr/>
  </property>
  <property fmtid="{D5CDD505-2E9C-101B-9397-08002B2CF9AE}" pid="4" name="_ExtendedDescription">
    <vt:lpwstr/>
  </property>
</Properties>
</file>